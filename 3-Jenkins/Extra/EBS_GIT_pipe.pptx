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64" r:id="rId10"/>
    <p:sldId id="258" r:id="rId11"/>
    <p:sldId id="256" r:id="rId12"/>
    <p:sldId id="260" r:id="rId13"/>
    <p:sldId id="257" r:id="rId14"/>
    <p:sldId id="261" r:id="rId15"/>
    <p:sldId id="262" r:id="rId16"/>
    <p:sldId id="263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390FE3-0214-4C08-B742-3369D65A919B}" v="1" dt="2023-08-02T08:42:04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8EB1-C359-1612-9AD9-539CCF3AC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53D3B-3E79-27F1-2B62-D56A3E0A2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BF50D-DC2C-D16B-31A1-69B72BD3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9005C-4E08-CF2E-6B15-FD0B89B1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570E1-DEEE-2115-D41D-5FB25F10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30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EA46D-686E-00E3-4A56-70E23645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974E5-4E2C-4720-A58E-998BBDF8A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B3E18-7735-C9F5-DB83-4238FE24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86DD6-DDE1-C4EF-96F3-130F1B61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46CE7-3952-675B-0289-393B2475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06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F3A4-72AB-6C64-0BE4-BE48B277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BFFA3-7592-FF0C-BAF1-3C5447663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DF80B-2C7E-3529-0D7F-E769EAA0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76C9B-E362-3115-01B4-994F2930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59CFE-C15F-0B41-A243-8E4A286A8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68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67F2-991F-6D1B-5008-46E573ED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B5FF2-E2C0-9E81-E015-36940C960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AAEC7-85F1-4417-79C2-CF2857438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3AAD1-E0E9-B899-340B-5AB8060D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FF915-BC99-2854-3B04-1E4AF7E72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350C9-BD41-57C0-2BCC-E22B24AA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00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E22C-12D0-BA6F-47E4-AA509F74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60AA1-AA3A-FC1F-ADED-C5C36FE42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5CCF4-791D-9602-1F46-70ADEF719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1C89C-8DAB-1D33-6674-98251FE54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A20BC-AE28-0DBD-5FBD-6B62B9356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27738C-4D66-E4ED-457D-F4B11C5B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78C26-6163-5A99-0631-7FC638C0F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FCFD8-BBC0-3875-F27A-CD101DD6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080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57F9-C13E-5333-9AF1-2988A562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ADE82A-3B80-9EC9-8C40-14100C70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6E718-2434-1F2B-3237-35C3B2140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E127D-AED0-9F52-8687-0EBD9817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27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1AB0A-DEF8-003D-F349-DBD440B1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8BFDA-9872-6BAA-84A8-91B3D486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9A678-27CF-7761-5B7E-CB1CCFF9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1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22D3-A38D-01A7-6AB8-BBFC51FB3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9FEE-7043-6D94-8A14-97C008F05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52A8C-BF43-1B67-0E2F-7D08C84DC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9D05-264A-24FA-5003-00A1A56E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AFDA9-D10E-1146-1BF9-B084623F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A9C37-DC0D-131B-88B4-0CC8B2AF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880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A972-9653-CF34-A2B5-8433E652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BFED6-E5B5-F142-44AF-6CCC8662C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0118D-9637-4239-0AF3-85D34379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DD252-04ED-0913-3682-D5E23CDE0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5E8BB-D026-F98E-D583-448A0800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85C83-3C95-F8A9-6FD0-067A9057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7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30695-05F1-1701-2C20-14258349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557DF-4F9C-88E6-9107-5D91BDC62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3F5B9-91A9-1080-5D61-303505B0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B4B4-FACA-07C1-0FED-74667418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CF1AA-FA9F-B88C-3916-FE81A654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48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402CB-1754-847F-49EC-49B164F4E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F9E3D-E9A8-E5C5-C183-735519EE6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BFD13-3E57-4213-1207-0DBC8A94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7F5C0-456B-7375-1321-2AA5EE23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5F59C-E217-FBA8-35CD-776A1317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97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2BD91-0742-4D48-1342-40BFD45AD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93B7A-091B-2349-E72A-E9A278702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72021-AF77-6285-B876-E5A997F36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77B52-BC09-47A5-BB50-2F247B05C9B0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CBD34-F7A6-E3CE-0FE5-8CE50B2CE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19D5-97E3-AE39-9C34-09B6BCC3D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64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hyperlink" Target="https://adrin.info/gitgithub-how-to-contribute-to-an-open-source-project-on-github.html" TargetMode="External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rlz=1C1ONGR_en-GBGB959GB959&amp;sxsrf=AB5stBhkgmm2R6c175MCOIwIsjGqI1JlXg:1689147587381&amp;q=beanstalk+from+GIT&amp;tbm=vid&amp;sa=X&amp;ved=2ahUKEwj61qyP1YiAAxVjcKQEHcTyBNUQ0pQJegQIRhAB&amp;biw=1536&amp;bih=730&amp;dpr=1.25#fpstate=ive&amp;vld=cid:58eb8ff2,vid:iQ86Fbe_CBc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ands typing on laptop">
            <a:extLst>
              <a:ext uri="{FF2B5EF4-FFF2-40B4-BE49-F238E27FC236}">
                <a16:creationId xmlns:a16="http://schemas.microsoft.com/office/drawing/2014/main" id="{84B35CB0-9AAF-BC2C-7235-A76AF427C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39" y="1251713"/>
            <a:ext cx="2644081" cy="1227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couple of logos with text">
            <a:extLst>
              <a:ext uri="{FF2B5EF4-FFF2-40B4-BE49-F238E27FC236}">
                <a16:creationId xmlns:a16="http://schemas.microsoft.com/office/drawing/2014/main" id="{6E944132-2286-DEA1-97A5-08F68BF83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780466" y="1223375"/>
            <a:ext cx="2234028" cy="12560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DA70B99-683E-BC69-48A1-13C3EC45C5EA}"/>
              </a:ext>
            </a:extLst>
          </p:cNvPr>
          <p:cNvGrpSpPr/>
          <p:nvPr/>
        </p:nvGrpSpPr>
        <p:grpSpPr>
          <a:xfrm>
            <a:off x="8244641" y="4981704"/>
            <a:ext cx="2762054" cy="1532127"/>
            <a:chOff x="4008659" y="2394408"/>
            <a:chExt cx="2762054" cy="153212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E1AB250-9B02-3CBB-5070-C5A385699D64}"/>
                </a:ext>
              </a:extLst>
            </p:cNvPr>
            <p:cNvSpPr/>
            <p:nvPr/>
          </p:nvSpPr>
          <p:spPr>
            <a:xfrm>
              <a:off x="4008659" y="2394408"/>
              <a:ext cx="2762054" cy="1532127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41761B-342A-3311-A6D7-9C54FC57EA03}"/>
                </a:ext>
              </a:extLst>
            </p:cNvPr>
            <p:cNvGrpSpPr/>
            <p:nvPr/>
          </p:nvGrpSpPr>
          <p:grpSpPr>
            <a:xfrm>
              <a:off x="4479145" y="2537665"/>
              <a:ext cx="1743959" cy="1256027"/>
              <a:chOff x="9249266" y="444756"/>
              <a:chExt cx="1743959" cy="1256027"/>
            </a:xfrm>
          </p:grpSpPr>
          <p:pic>
            <p:nvPicPr>
              <p:cNvPr id="20" name="Graphic 19" descr="Server with solid fill">
                <a:extLst>
                  <a:ext uri="{FF2B5EF4-FFF2-40B4-BE49-F238E27FC236}">
                    <a16:creationId xmlns:a16="http://schemas.microsoft.com/office/drawing/2014/main" id="{D5A586CD-8AEC-8F0A-7C04-FCB689762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249266" y="44475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1" name="Graphic 20" descr="Server outline">
                <a:extLst>
                  <a:ext uri="{FF2B5EF4-FFF2-40B4-BE49-F238E27FC236}">
                    <a16:creationId xmlns:a16="http://schemas.microsoft.com/office/drawing/2014/main" id="{D010BEBD-AAA1-19F8-F887-7058398C8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078825" y="44475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824BE2-0B7F-83F8-B1BD-5DDEB8EF6B23}"/>
                  </a:ext>
                </a:extLst>
              </p:cNvPr>
              <p:cNvSpPr txBox="1"/>
              <p:nvPr/>
            </p:nvSpPr>
            <p:spPr>
              <a:xfrm>
                <a:off x="9541497" y="1331451"/>
                <a:ext cx="12366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Production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3A085E0-7BEB-9636-A12E-BD9079506C92}"/>
              </a:ext>
            </a:extLst>
          </p:cNvPr>
          <p:cNvSpPr txBox="1"/>
          <p:nvPr/>
        </p:nvSpPr>
        <p:spPr>
          <a:xfrm>
            <a:off x="688157" y="2697246"/>
            <a:ext cx="18498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Write code</a:t>
            </a:r>
            <a:br>
              <a:rPr lang="en-GB" b="1" dirty="0"/>
            </a:br>
            <a:r>
              <a:rPr lang="en-GB" b="1" dirty="0"/>
              <a:t>Make changes</a:t>
            </a:r>
          </a:p>
          <a:p>
            <a:r>
              <a:rPr lang="en-GB" b="1" dirty="0"/>
              <a:t>Check the code in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D87BC27-83F8-FA86-6F00-C6CA3FFF4C7B}"/>
              </a:ext>
            </a:extLst>
          </p:cNvPr>
          <p:cNvSpPr/>
          <p:nvPr/>
        </p:nvSpPr>
        <p:spPr>
          <a:xfrm>
            <a:off x="3562019" y="162988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F0845C-2279-E73C-DACE-BF781916EC4A}"/>
              </a:ext>
            </a:extLst>
          </p:cNvPr>
          <p:cNvSpPr txBox="1"/>
          <p:nvPr/>
        </p:nvSpPr>
        <p:spPr>
          <a:xfrm>
            <a:off x="4945434" y="2698816"/>
            <a:ext cx="2075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Detects the change</a:t>
            </a:r>
            <a:br>
              <a:rPr lang="en-GB" b="1" dirty="0"/>
            </a:br>
            <a:r>
              <a:rPr lang="en-GB" b="1" dirty="0"/>
              <a:t>Raises a build event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88E4CA-9229-2CEE-1340-F85EA130C0FD}"/>
              </a:ext>
            </a:extLst>
          </p:cNvPr>
          <p:cNvSpPr txBox="1"/>
          <p:nvPr/>
        </p:nvSpPr>
        <p:spPr>
          <a:xfrm>
            <a:off x="9413217" y="658958"/>
            <a:ext cx="2066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Build and runs tests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6994004-BCDE-A312-ADB1-670D77FEED26}"/>
              </a:ext>
            </a:extLst>
          </p:cNvPr>
          <p:cNvSpPr/>
          <p:nvPr/>
        </p:nvSpPr>
        <p:spPr>
          <a:xfrm>
            <a:off x="7605930" y="1251713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9964633-DFAB-6C63-A215-C9B5D2C65CB4}"/>
              </a:ext>
            </a:extLst>
          </p:cNvPr>
          <p:cNvSpPr/>
          <p:nvPr/>
        </p:nvSpPr>
        <p:spPr>
          <a:xfrm rot="5400000">
            <a:off x="9449818" y="4609755"/>
            <a:ext cx="316529" cy="2395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5DE8913-2F2B-2453-81C2-AADE20101C15}"/>
              </a:ext>
            </a:extLst>
          </p:cNvPr>
          <p:cNvSpPr/>
          <p:nvPr/>
        </p:nvSpPr>
        <p:spPr>
          <a:xfrm rot="10800000">
            <a:off x="7587075" y="193000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42099-BB54-4B91-986A-8F9098B81A70}"/>
              </a:ext>
            </a:extLst>
          </p:cNvPr>
          <p:cNvSpPr txBox="1"/>
          <p:nvPr/>
        </p:nvSpPr>
        <p:spPr>
          <a:xfrm>
            <a:off x="386924" y="4167562"/>
            <a:ext cx="7039964" cy="20928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 fontAlgn="base"/>
            <a:r>
              <a:rPr lang="en-GB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 this lab, you will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D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eploy a web app from GitHub to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CodePipeline</a:t>
            </a:r>
            <a:endParaRPr lang="en-GB" sz="1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Build and test the app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Use EBS to deploy the app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Make changes to you</a:t>
            </a: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r code and commit the changes to GitHub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Set up the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CodePipeline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to detect the change and rebuild the app for EBS to deploy.</a:t>
            </a:r>
          </a:p>
          <a:p>
            <a:pPr algn="l" rtl="0" fontAlgn="base"/>
            <a:endParaRPr lang="en-GB" sz="1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C4A36-FA09-0A8C-AD80-50E49F22DCE1}"/>
              </a:ext>
            </a:extLst>
          </p:cNvPr>
          <p:cNvSpPr txBox="1"/>
          <p:nvPr/>
        </p:nvSpPr>
        <p:spPr>
          <a:xfrm>
            <a:off x="3484676" y="159161"/>
            <a:ext cx="4706013" cy="46166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Objective of this exercise</a:t>
            </a:r>
          </a:p>
        </p:txBody>
      </p:sp>
      <p:pic>
        <p:nvPicPr>
          <p:cNvPr id="1026" name="Picture 2" descr="AWS CodePipeline Unveiled: Streamlining DevOps from Code to Deployment">
            <a:extLst>
              <a:ext uri="{FF2B5EF4-FFF2-40B4-BE49-F238E27FC236}">
                <a16:creationId xmlns:a16="http://schemas.microsoft.com/office/drawing/2014/main" id="{EB059B1C-DDE3-8858-36C4-475563953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178" y="1099918"/>
            <a:ext cx="3209925" cy="141922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B8DA6AE-7F1E-3DD5-BCB7-EE93D52E50C9}"/>
              </a:ext>
            </a:extLst>
          </p:cNvPr>
          <p:cNvSpPr/>
          <p:nvPr/>
        </p:nvSpPr>
        <p:spPr>
          <a:xfrm rot="5400000">
            <a:off x="9382666" y="2612129"/>
            <a:ext cx="461841" cy="339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78D8B4-A71B-AE5B-7127-95147E08CD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6517" y="2997519"/>
            <a:ext cx="1150081" cy="157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0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AB7B8B4-8A20-6320-97EA-B5501BE13C67}"/>
              </a:ext>
            </a:extLst>
          </p:cNvPr>
          <p:cNvSpPr txBox="1"/>
          <p:nvPr/>
        </p:nvSpPr>
        <p:spPr>
          <a:xfrm>
            <a:off x="917188" y="541123"/>
            <a:ext cx="7546587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a Service role for your Elastic Bean Stalk service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8C7982A-D5B3-1EF8-D001-1A078A58C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545" y="1394611"/>
            <a:ext cx="8246025" cy="1966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884B0F-F441-95FE-2105-918E5A052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789" y="4059044"/>
            <a:ext cx="1913529" cy="196136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3E98FEEF-A458-D557-4011-28712C8F44E1}"/>
              </a:ext>
            </a:extLst>
          </p:cNvPr>
          <p:cNvSpPr/>
          <p:nvPr/>
        </p:nvSpPr>
        <p:spPr>
          <a:xfrm>
            <a:off x="1561171" y="5430020"/>
            <a:ext cx="1477106" cy="369332"/>
          </a:xfrm>
          <a:prstGeom prst="wedgeRoundRectCallout">
            <a:avLst>
              <a:gd name="adj1" fmla="val 46356"/>
              <a:gd name="adj2" fmla="val 8061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/>
              <a:t>Select Roles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1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3FC9368-FBC1-28C3-BA93-CE5C515A2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05" y="565918"/>
            <a:ext cx="5351170" cy="54663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749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8D0767-BB98-9112-A0FF-316A62EE4E09}"/>
              </a:ext>
            </a:extLst>
          </p:cNvPr>
          <p:cNvSpPr txBox="1"/>
          <p:nvPr/>
        </p:nvSpPr>
        <p:spPr>
          <a:xfrm>
            <a:off x="504385" y="493395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the Permissions for the role add:</a:t>
            </a:r>
            <a:endParaRPr lang="en-GB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567A6F5-47D3-CF99-BF7D-45777DD42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600" y="1349129"/>
            <a:ext cx="7563206" cy="3862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078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4FD759-1D92-F251-3B5C-9FE6267653A1}"/>
              </a:ext>
            </a:extLst>
          </p:cNvPr>
          <p:cNvSpPr txBox="1"/>
          <p:nvPr/>
        </p:nvSpPr>
        <p:spPr>
          <a:xfrm>
            <a:off x="526688" y="633677"/>
            <a:ext cx="832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 a name for the new Role and then click the </a:t>
            </a:r>
            <a:r>
              <a:rPr lang="en-GB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role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button.</a:t>
            </a:r>
            <a:endParaRPr lang="en-GB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2DEC580-F7C9-09E5-BDC3-AA139D15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24" y="1427257"/>
            <a:ext cx="4691276" cy="28447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2C3DA4-F05C-2B6C-A1B7-510C8E01E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398" y="4534290"/>
            <a:ext cx="1873692" cy="62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19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7D2D1-46A7-FD21-9FB6-3D5AA79FE732}"/>
              </a:ext>
            </a:extLst>
          </p:cNvPr>
          <p:cNvSpPr txBox="1"/>
          <p:nvPr/>
        </p:nvSpPr>
        <p:spPr>
          <a:xfrm>
            <a:off x="682804" y="466476"/>
            <a:ext cx="6093724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</a:pPr>
            <a:r>
              <a:rPr lang="en-GB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your </a:t>
            </a:r>
            <a:r>
              <a:rPr lang="en-GB" sz="1800" b="1" kern="100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BeanStalk</a:t>
            </a:r>
            <a:r>
              <a:rPr lang="en-GB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application to upload your 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431DCE-381E-C7E9-9361-CCA6CC6C7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74" y="1117837"/>
            <a:ext cx="4557224" cy="25867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8DC2E8-3071-EF06-9A21-72161F6AA1BD}"/>
              </a:ext>
            </a:extLst>
          </p:cNvPr>
          <p:cNvSpPr txBox="1"/>
          <p:nvPr/>
        </p:nvSpPr>
        <p:spPr>
          <a:xfrm>
            <a:off x="906874" y="3977352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 a name for your app 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(any name you like) 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B7395E-4334-E9DC-1825-BBDBA18D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62" y="4386117"/>
            <a:ext cx="6969922" cy="821503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1765A1AF-EBD0-EA29-0F52-059598094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070" y="5265668"/>
            <a:ext cx="3397143" cy="145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51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27FAF-4A7A-3AE2-B16A-FAE41414CD19}"/>
              </a:ext>
            </a:extLst>
          </p:cNvPr>
          <p:cNvSpPr txBox="1"/>
          <p:nvPr/>
        </p:nvSpPr>
        <p:spPr>
          <a:xfrm>
            <a:off x="259266" y="351484"/>
            <a:ext cx="10479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Node.js for your platform for a sample app and then click the </a:t>
            </a:r>
            <a:r>
              <a:rPr lang="en-GB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Next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button</a:t>
            </a:r>
            <a:endParaRPr lang="en-GB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2368A06-5D17-D3BA-5794-4DE49A365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66" y="720816"/>
            <a:ext cx="6227828" cy="5340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2483D9-F439-81E4-D2B4-2E5773524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98" y="5490290"/>
            <a:ext cx="1767763" cy="53067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1032CA2-930E-81FA-A51A-73489A42E74A}"/>
              </a:ext>
            </a:extLst>
          </p:cNvPr>
          <p:cNvSpPr/>
          <p:nvPr/>
        </p:nvSpPr>
        <p:spPr>
          <a:xfrm>
            <a:off x="6745922" y="5616849"/>
            <a:ext cx="30165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A58F4-D938-EC00-2A95-E796DD302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89" y="5536179"/>
            <a:ext cx="2860745" cy="48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4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69A5AE-498D-8527-A663-12EC2A2E3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706" y="499653"/>
            <a:ext cx="6182588" cy="585869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BFCDE05-FE4B-8956-E90F-99857FCF238F}"/>
              </a:ext>
            </a:extLst>
          </p:cNvPr>
          <p:cNvSpPr/>
          <p:nvPr/>
        </p:nvSpPr>
        <p:spPr>
          <a:xfrm>
            <a:off x="2018371" y="3712191"/>
            <a:ext cx="847659" cy="518615"/>
          </a:xfrm>
          <a:prstGeom prst="wedgeRoundRectCallout">
            <a:avLst>
              <a:gd name="adj1" fmla="val 79217"/>
              <a:gd name="adj2" fmla="val 2164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253541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973D67-B2DF-754E-452C-ED5DD7C64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5" y="1306975"/>
            <a:ext cx="10984992" cy="382389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2F0DB1-9B47-EA27-F9C2-CAE955933237}"/>
              </a:ext>
            </a:extLst>
          </p:cNvPr>
          <p:cNvSpPr/>
          <p:nvPr/>
        </p:nvSpPr>
        <p:spPr>
          <a:xfrm>
            <a:off x="377952" y="109728"/>
            <a:ext cx="10936224" cy="9997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Deploy the sample NodeJS app using the AWS Elastic Beanstalk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4919A2-16C4-5E46-4A8D-40308AB3F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46" y="5328368"/>
            <a:ext cx="5915851" cy="97168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C023A4-5D83-2045-CD2E-FD7BB43717EB}"/>
              </a:ext>
            </a:extLst>
          </p:cNvPr>
          <p:cNvSpPr/>
          <p:nvPr/>
        </p:nvSpPr>
        <p:spPr>
          <a:xfrm>
            <a:off x="1365504" y="5328368"/>
            <a:ext cx="2584704" cy="9997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Then start</a:t>
            </a:r>
            <a:endParaRPr lang="en-GB" dirty="0"/>
          </a:p>
        </p:txBody>
      </p:sp>
      <p:sp>
        <p:nvSpPr>
          <p:cNvPr id="10" name="Action Button: Go Forward or Next 9">
            <a:hlinkClick r:id="rId4" highlightClick="1"/>
            <a:extLst>
              <a:ext uri="{FF2B5EF4-FFF2-40B4-BE49-F238E27FC236}">
                <a16:creationId xmlns:a16="http://schemas.microsoft.com/office/drawing/2014/main" id="{55A9E56F-2339-AEAC-5626-2246F723F0AE}"/>
              </a:ext>
            </a:extLst>
          </p:cNvPr>
          <p:cNvSpPr/>
          <p:nvPr/>
        </p:nvSpPr>
        <p:spPr>
          <a:xfrm>
            <a:off x="11094720" y="6075945"/>
            <a:ext cx="573024" cy="4482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52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AAAE28-AA0D-752F-B5F2-7702AF3D8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204" y="1004549"/>
            <a:ext cx="925959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61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AF26A6-028D-50F0-CD17-42D0A5A37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132" y="0"/>
            <a:ext cx="7555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63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815E00-3AA0-9431-3621-9B70A2E49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88" y="132890"/>
            <a:ext cx="8583223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94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7EA2B8-3EDD-926D-7316-0756CD072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48" y="481339"/>
            <a:ext cx="9764488" cy="3505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7140F1-128F-3715-70DE-FB8923313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022" y="4403166"/>
            <a:ext cx="7434740" cy="197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46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FDD1A5-5A90-83C7-7818-F8D3E1AC7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118600"/>
            <a:ext cx="7887801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44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8A0C39-3DB6-EF8C-AF5D-FFB4CEA98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05" y="1623760"/>
            <a:ext cx="7992590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90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2B01DB-90D5-A662-580D-4EBAA3693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39" y="56679"/>
            <a:ext cx="4963218" cy="6744641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0BE131B-EDA3-F203-CDAE-15A91E3456A1}"/>
              </a:ext>
            </a:extLst>
          </p:cNvPr>
          <p:cNvSpPr/>
          <p:nvPr/>
        </p:nvSpPr>
        <p:spPr>
          <a:xfrm>
            <a:off x="3864864" y="5205984"/>
            <a:ext cx="2401824" cy="987552"/>
          </a:xfrm>
          <a:prstGeom prst="wedgeRoundRectCallout">
            <a:avLst>
              <a:gd name="adj1" fmla="val -75659"/>
              <a:gd name="adj2" fmla="val 3107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After a few minutes click here and click on your EBS URL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708B5B-8C81-63A1-A74B-8A6219EE6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37687"/>
            <a:ext cx="5188813" cy="194157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6439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48479-9C36-BF59-2278-49353E82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824" y="365125"/>
            <a:ext cx="4172712" cy="719963"/>
          </a:xfrm>
        </p:spPr>
        <p:txBody>
          <a:bodyPr>
            <a:normAutofit/>
          </a:bodyPr>
          <a:lstStyle/>
          <a:p>
            <a:r>
              <a:rPr lang="en-GB" sz="3200" dirty="0"/>
              <a:t>Make changes in GitHub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9597D-E562-AEFF-9A40-D2F622811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824" y="2689795"/>
            <a:ext cx="5946580" cy="1178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823C31-C3AD-2EC5-ABDF-D2868F7B6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62" y="0"/>
            <a:ext cx="3777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52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Widescreen</PresentationFormat>
  <Paragraphs>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Make changes in GitHub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Baradaran, Mike</dc:creator>
  <cp:lastModifiedBy>mike baradaran</cp:lastModifiedBy>
  <cp:revision>16</cp:revision>
  <dcterms:created xsi:type="dcterms:W3CDTF">2023-07-12T08:02:26Z</dcterms:created>
  <dcterms:modified xsi:type="dcterms:W3CDTF">2024-09-09T17:44:37Z</dcterms:modified>
</cp:coreProperties>
</file>