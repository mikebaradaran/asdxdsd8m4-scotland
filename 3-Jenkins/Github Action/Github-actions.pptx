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2" r:id="rId4"/>
    <p:sldMasterId id="2147483836" r:id="rId5"/>
    <p:sldMasterId id="2147483809" r:id="rId6"/>
    <p:sldMasterId id="2147483908" r:id="rId7"/>
  </p:sldMasterIdLst>
  <p:notesMasterIdLst>
    <p:notesMasterId r:id="rId14"/>
  </p:notesMasterIdLst>
  <p:sldIdLst>
    <p:sldId id="299" r:id="rId8"/>
    <p:sldId id="314" r:id="rId9"/>
    <p:sldId id="301" r:id="rId10"/>
    <p:sldId id="317" r:id="rId11"/>
    <p:sldId id="321" r:id="rId12"/>
    <p:sldId id="323" r:id="rId13"/>
  </p:sldIdLst>
  <p:sldSz cx="12192000" cy="6858000"/>
  <p:notesSz cx="6858000" cy="9144000"/>
  <p:embeddedFontLst>
    <p:embeddedFont>
      <p:font typeface="Figtree" charset="0"/>
      <p:regular r:id="rId15"/>
      <p:bold r:id="rId16"/>
      <p:italic r:id="rId17"/>
      <p:boldItalic r:id="rId18"/>
    </p:embeddedFont>
    <p:embeddedFont>
      <p:font typeface="Figtree Light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ster" id="{86F55D6F-F04C-C141-A3B2-B81D9F14C13E}">
          <p14:sldIdLst/>
        </p14:section>
        <p14:section name="Content Slides" id="{05C53EB9-C633-4D6D-B3BC-F573E1DB951E}">
          <p14:sldIdLst>
            <p14:sldId id="299"/>
            <p14:sldId id="314"/>
            <p14:sldId id="301"/>
            <p14:sldId id="317"/>
            <p14:sldId id="321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84D937-6837-0D10-82B4-23B06B5F81C5}" name="Russell-Furlong, Reuben" initials="RR" userId="S::RRFurlong@qa.com::e9d87ac5-24fc-4c54-94e2-a648512f304f" providerId="AD"/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A62C64CB-FBE5-C84C-91B5-6C00BBD07205}" name="Renno, Rhodri" initials="RR" userId="S::RRenno@qa.com::38a126df-4d41-467a-a6c9-68c22ede53d5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3DCB9-E971-4454-800E-63EF000AADF5}" v="3" dt="2025-04-22T10:03:55.08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0" autoAdjust="0"/>
    <p:restoredTop sz="70743" autoAdjust="0"/>
  </p:normalViewPr>
  <p:slideViewPr>
    <p:cSldViewPr snapToGrid="0">
      <p:cViewPr varScale="1">
        <p:scale>
          <a:sx n="47" d="100"/>
          <a:sy n="47" d="100"/>
        </p:scale>
        <p:origin x="2266" y="26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, Rebecca" userId="dffc7639-d2e4-4b34-88fc-ca0d97530b6f" providerId="ADAL" clId="{6F7D1407-9B4F-4C72-9C97-E0AF8FA900B1}"/>
    <pc:docChg chg="undo custSel modSld">
      <pc:chgData name="May, Rebecca" userId="dffc7639-d2e4-4b34-88fc-ca0d97530b6f" providerId="ADAL" clId="{6F7D1407-9B4F-4C72-9C97-E0AF8FA900B1}" dt="2025-04-17T15:08:01.262" v="139" actId="20577"/>
      <pc:docMkLst>
        <pc:docMk/>
      </pc:docMkLst>
      <pc:sldChg chg="modSp mod">
        <pc:chgData name="May, Rebecca" userId="dffc7639-d2e4-4b34-88fc-ca0d97530b6f" providerId="ADAL" clId="{6F7D1407-9B4F-4C72-9C97-E0AF8FA900B1}" dt="2025-04-17T14:55:18.641" v="1" actId="20577"/>
        <pc:sldMkLst>
          <pc:docMk/>
          <pc:sldMk cId="1003932267" sldId="299"/>
        </pc:sldMkLst>
        <pc:spChg chg="mod">
          <ac:chgData name="May, Rebecca" userId="dffc7639-d2e4-4b34-88fc-ca0d97530b6f" providerId="ADAL" clId="{6F7D1407-9B4F-4C72-9C97-E0AF8FA900B1}" dt="2025-04-17T14:55:18.641" v="1" actId="20577"/>
          <ac:spMkLst>
            <pc:docMk/>
            <pc:sldMk cId="1003932267" sldId="299"/>
            <ac:spMk id="4" creationId="{6B10A2E5-A3AA-7BE3-7C87-983A58C15C46}"/>
          </ac:spMkLst>
        </pc:spChg>
      </pc:sldChg>
      <pc:sldChg chg="modSp mod">
        <pc:chgData name="May, Rebecca" userId="dffc7639-d2e4-4b34-88fc-ca0d97530b6f" providerId="ADAL" clId="{6F7D1407-9B4F-4C72-9C97-E0AF8FA900B1}" dt="2025-04-17T14:57:02.384" v="14" actId="20577"/>
        <pc:sldMkLst>
          <pc:docMk/>
          <pc:sldMk cId="1324876146" sldId="300"/>
        </pc:sldMkLst>
      </pc:sldChg>
      <pc:sldChg chg="modSp mod">
        <pc:chgData name="May, Rebecca" userId="dffc7639-d2e4-4b34-88fc-ca0d97530b6f" providerId="ADAL" clId="{6F7D1407-9B4F-4C72-9C97-E0AF8FA900B1}" dt="2025-04-17T14:57:30.629" v="34" actId="20577"/>
        <pc:sldMkLst>
          <pc:docMk/>
          <pc:sldMk cId="2132658075" sldId="301"/>
        </pc:sldMkLst>
        <pc:spChg chg="mod">
          <ac:chgData name="May, Rebecca" userId="dffc7639-d2e4-4b34-88fc-ca0d97530b6f" providerId="ADAL" clId="{6F7D1407-9B4F-4C72-9C97-E0AF8FA900B1}" dt="2025-04-17T14:57:06.422" v="18" actId="6549"/>
          <ac:spMkLst>
            <pc:docMk/>
            <pc:sldMk cId="2132658075" sldId="301"/>
            <ac:spMk id="2" creationId="{FE31C53F-8566-DB2A-A428-D58AFEAD91A6}"/>
          </ac:spMkLst>
        </pc:spChg>
        <pc:spChg chg="mod">
          <ac:chgData name="May, Rebecca" userId="dffc7639-d2e4-4b34-88fc-ca0d97530b6f" providerId="ADAL" clId="{6F7D1407-9B4F-4C72-9C97-E0AF8FA900B1}" dt="2025-04-17T14:57:18.689" v="31" actId="20577"/>
          <ac:spMkLst>
            <pc:docMk/>
            <pc:sldMk cId="2132658075" sldId="301"/>
            <ac:spMk id="5" creationId="{770CF6DB-050C-640D-5CA6-0AFC0BD35FD5}"/>
          </ac:spMkLst>
        </pc:spChg>
        <pc:spChg chg="mod">
          <ac:chgData name="May, Rebecca" userId="dffc7639-d2e4-4b34-88fc-ca0d97530b6f" providerId="ADAL" clId="{6F7D1407-9B4F-4C72-9C97-E0AF8FA900B1}" dt="2025-04-17T14:57:28.223" v="33" actId="20577"/>
          <ac:spMkLst>
            <pc:docMk/>
            <pc:sldMk cId="2132658075" sldId="301"/>
            <ac:spMk id="8" creationId="{E70B4970-3389-6EF5-7B25-A43BECFFC3C5}"/>
          </ac:spMkLst>
        </pc:spChg>
        <pc:spChg chg="mod">
          <ac:chgData name="May, Rebecca" userId="dffc7639-d2e4-4b34-88fc-ca0d97530b6f" providerId="ADAL" clId="{6F7D1407-9B4F-4C72-9C97-E0AF8FA900B1}" dt="2025-04-17T14:57:30.629" v="34" actId="20577"/>
          <ac:spMkLst>
            <pc:docMk/>
            <pc:sldMk cId="2132658075" sldId="301"/>
            <ac:spMk id="9" creationId="{D3E9CDD6-5600-EFF4-66D7-057CE1FC4B62}"/>
          </ac:spMkLst>
        </pc:spChg>
      </pc:sldChg>
      <pc:sldChg chg="modSp mod">
        <pc:chgData name="May, Rebecca" userId="dffc7639-d2e4-4b34-88fc-ca0d97530b6f" providerId="ADAL" clId="{6F7D1407-9B4F-4C72-9C97-E0AF8FA900B1}" dt="2025-04-17T14:58:05.415" v="36" actId="20577"/>
        <pc:sldMkLst>
          <pc:docMk/>
          <pc:sldMk cId="2757530595" sldId="303"/>
        </pc:sldMkLst>
        <pc:spChg chg="mod">
          <ac:chgData name="May, Rebecca" userId="dffc7639-d2e4-4b34-88fc-ca0d97530b6f" providerId="ADAL" clId="{6F7D1407-9B4F-4C72-9C97-E0AF8FA900B1}" dt="2025-04-17T14:58:05.415" v="36" actId="20577"/>
          <ac:spMkLst>
            <pc:docMk/>
            <pc:sldMk cId="2757530595" sldId="303"/>
            <ac:spMk id="2" creationId="{44512423-C920-9073-C8B9-A500F5A3B144}"/>
          </ac:spMkLst>
        </pc:spChg>
      </pc:sldChg>
      <pc:sldChg chg="modSp mod">
        <pc:chgData name="May, Rebecca" userId="dffc7639-d2e4-4b34-88fc-ca0d97530b6f" providerId="ADAL" clId="{6F7D1407-9B4F-4C72-9C97-E0AF8FA900B1}" dt="2025-04-17T14:58:14.303" v="38" actId="20577"/>
        <pc:sldMkLst>
          <pc:docMk/>
          <pc:sldMk cId="1464584636" sldId="304"/>
        </pc:sldMkLst>
        <pc:spChg chg="mod">
          <ac:chgData name="May, Rebecca" userId="dffc7639-d2e4-4b34-88fc-ca0d97530b6f" providerId="ADAL" clId="{6F7D1407-9B4F-4C72-9C97-E0AF8FA900B1}" dt="2025-04-17T14:58:14.303" v="38" actId="20577"/>
          <ac:spMkLst>
            <pc:docMk/>
            <pc:sldMk cId="1464584636" sldId="304"/>
            <ac:spMk id="2" creationId="{AA7A63C8-52F1-F151-2E5A-F2736566DC10}"/>
          </ac:spMkLst>
        </pc:spChg>
      </pc:sldChg>
      <pc:sldChg chg="modSp mod">
        <pc:chgData name="May, Rebecca" userId="dffc7639-d2e4-4b34-88fc-ca0d97530b6f" providerId="ADAL" clId="{6F7D1407-9B4F-4C72-9C97-E0AF8FA900B1}" dt="2025-04-17T14:58:55.174" v="49" actId="6549"/>
        <pc:sldMkLst>
          <pc:docMk/>
          <pc:sldMk cId="1979217698" sldId="305"/>
        </pc:sldMkLst>
        <pc:spChg chg="mod">
          <ac:chgData name="May, Rebecca" userId="dffc7639-d2e4-4b34-88fc-ca0d97530b6f" providerId="ADAL" clId="{6F7D1407-9B4F-4C72-9C97-E0AF8FA900B1}" dt="2025-04-17T14:58:55.174" v="49" actId="6549"/>
          <ac:spMkLst>
            <pc:docMk/>
            <pc:sldMk cId="1979217698" sldId="305"/>
            <ac:spMk id="2" creationId="{075DD7D2-223D-05ED-E6C5-9703DFA1CC72}"/>
          </ac:spMkLst>
        </pc:spChg>
      </pc:sldChg>
      <pc:sldChg chg="modSp mod">
        <pc:chgData name="May, Rebecca" userId="dffc7639-d2e4-4b34-88fc-ca0d97530b6f" providerId="ADAL" clId="{6F7D1407-9B4F-4C72-9C97-E0AF8FA900B1}" dt="2025-04-17T14:59:53.928" v="55" actId="20577"/>
        <pc:sldMkLst>
          <pc:docMk/>
          <pc:sldMk cId="2683733964" sldId="306"/>
        </pc:sldMkLst>
        <pc:spChg chg="mod">
          <ac:chgData name="May, Rebecca" userId="dffc7639-d2e4-4b34-88fc-ca0d97530b6f" providerId="ADAL" clId="{6F7D1407-9B4F-4C72-9C97-E0AF8FA900B1}" dt="2025-04-17T14:59:53.928" v="55" actId="20577"/>
          <ac:spMkLst>
            <pc:docMk/>
            <pc:sldMk cId="2683733964" sldId="306"/>
            <ac:spMk id="2" creationId="{9301ED2A-3DBD-E02E-F723-7D0D48F15ACD}"/>
          </ac:spMkLst>
        </pc:spChg>
        <pc:spChg chg="mod">
          <ac:chgData name="May, Rebecca" userId="dffc7639-d2e4-4b34-88fc-ca0d97530b6f" providerId="ADAL" clId="{6F7D1407-9B4F-4C72-9C97-E0AF8FA900B1}" dt="2025-04-17T14:59:45.089" v="52" actId="113"/>
          <ac:spMkLst>
            <pc:docMk/>
            <pc:sldMk cId="2683733964" sldId="306"/>
            <ac:spMk id="7" creationId="{BA0D70A9-B83E-7638-29C4-FC38B5F2AED8}"/>
          </ac:spMkLst>
        </pc:spChg>
        <pc:spChg chg="mod">
          <ac:chgData name="May, Rebecca" userId="dffc7639-d2e4-4b34-88fc-ca0d97530b6f" providerId="ADAL" clId="{6F7D1407-9B4F-4C72-9C97-E0AF8FA900B1}" dt="2025-04-17T14:59:46.619" v="53" actId="113"/>
          <ac:spMkLst>
            <pc:docMk/>
            <pc:sldMk cId="2683733964" sldId="306"/>
            <ac:spMk id="10" creationId="{0232ACAF-B197-AEF2-C5ED-064B1FC8278A}"/>
          </ac:spMkLst>
        </pc:spChg>
      </pc:sldChg>
      <pc:sldChg chg="modSp mod">
        <pc:chgData name="May, Rebecca" userId="dffc7639-d2e4-4b34-88fc-ca0d97530b6f" providerId="ADAL" clId="{6F7D1407-9B4F-4C72-9C97-E0AF8FA900B1}" dt="2025-04-17T14:59:59.819" v="59" actId="20577"/>
        <pc:sldMkLst>
          <pc:docMk/>
          <pc:sldMk cId="2230707017" sldId="307"/>
        </pc:sldMkLst>
        <pc:spChg chg="mod">
          <ac:chgData name="May, Rebecca" userId="dffc7639-d2e4-4b34-88fc-ca0d97530b6f" providerId="ADAL" clId="{6F7D1407-9B4F-4C72-9C97-E0AF8FA900B1}" dt="2025-04-17T14:59:59.819" v="59" actId="20577"/>
          <ac:spMkLst>
            <pc:docMk/>
            <pc:sldMk cId="2230707017" sldId="307"/>
            <ac:spMk id="2" creationId="{44167EDB-FFA3-540C-A159-37A8F94E1015}"/>
          </ac:spMkLst>
        </pc:spChg>
      </pc:sldChg>
      <pc:sldChg chg="modSp mod modNotesTx">
        <pc:chgData name="May, Rebecca" userId="dffc7639-d2e4-4b34-88fc-ca0d97530b6f" providerId="ADAL" clId="{6F7D1407-9B4F-4C72-9C97-E0AF8FA900B1}" dt="2025-04-17T15:05:03.641" v="93" actId="20577"/>
        <pc:sldMkLst>
          <pc:docMk/>
          <pc:sldMk cId="446464548" sldId="308"/>
        </pc:sldMkLst>
        <pc:spChg chg="mod">
          <ac:chgData name="May, Rebecca" userId="dffc7639-d2e4-4b34-88fc-ca0d97530b6f" providerId="ADAL" clId="{6F7D1407-9B4F-4C72-9C97-E0AF8FA900B1}" dt="2025-04-17T15:00:53.388" v="69" actId="12"/>
          <ac:spMkLst>
            <pc:docMk/>
            <pc:sldMk cId="446464548" sldId="308"/>
            <ac:spMk id="5" creationId="{8AAF6F1B-72B1-298F-E30B-4E402AFDB20D}"/>
          </ac:spMkLst>
        </pc:spChg>
      </pc:sldChg>
      <pc:sldChg chg="modNotesTx">
        <pc:chgData name="May, Rebecca" userId="dffc7639-d2e4-4b34-88fc-ca0d97530b6f" providerId="ADAL" clId="{6F7D1407-9B4F-4C72-9C97-E0AF8FA900B1}" dt="2025-04-17T15:05:22.016" v="108" actId="6549"/>
        <pc:sldMkLst>
          <pc:docMk/>
          <pc:sldMk cId="762108334" sldId="309"/>
        </pc:sldMkLst>
      </pc:sldChg>
      <pc:sldChg chg="modSp mod modNotesTx">
        <pc:chgData name="May, Rebecca" userId="dffc7639-d2e4-4b34-88fc-ca0d97530b6f" providerId="ADAL" clId="{6F7D1407-9B4F-4C72-9C97-E0AF8FA900B1}" dt="2025-04-17T15:04:10.564" v="90" actId="20577"/>
        <pc:sldMkLst>
          <pc:docMk/>
          <pc:sldMk cId="1357769974" sldId="310"/>
        </pc:sldMkLst>
        <pc:spChg chg="mod">
          <ac:chgData name="May, Rebecca" userId="dffc7639-d2e4-4b34-88fc-ca0d97530b6f" providerId="ADAL" clId="{6F7D1407-9B4F-4C72-9C97-E0AF8FA900B1}" dt="2025-04-17T15:01:39.918" v="73" actId="20577"/>
          <ac:spMkLst>
            <pc:docMk/>
            <pc:sldMk cId="1357769974" sldId="310"/>
            <ac:spMk id="5" creationId="{B38B1597-EED7-BB2B-D43F-2CF0DE742C23}"/>
          </ac:spMkLst>
        </pc:spChg>
      </pc:sldChg>
      <pc:sldChg chg="modSp mod">
        <pc:chgData name="May, Rebecca" userId="dffc7639-d2e4-4b34-88fc-ca0d97530b6f" providerId="ADAL" clId="{6F7D1407-9B4F-4C72-9C97-E0AF8FA900B1}" dt="2025-04-17T15:03:56.195" v="86" actId="20577"/>
        <pc:sldMkLst>
          <pc:docMk/>
          <pc:sldMk cId="431830288" sldId="311"/>
        </pc:sldMkLst>
        <pc:spChg chg="mod">
          <ac:chgData name="May, Rebecca" userId="dffc7639-d2e4-4b34-88fc-ca0d97530b6f" providerId="ADAL" clId="{6F7D1407-9B4F-4C72-9C97-E0AF8FA900B1}" dt="2025-04-17T15:03:56.195" v="86" actId="20577"/>
          <ac:spMkLst>
            <pc:docMk/>
            <pc:sldMk cId="431830288" sldId="311"/>
            <ac:spMk id="5" creationId="{F1D61A8B-6412-AD53-5A0A-8BACAB1793B1}"/>
          </ac:spMkLst>
        </pc:spChg>
      </pc:sldChg>
      <pc:sldChg chg="modSp mod modNotesTx">
        <pc:chgData name="May, Rebecca" userId="dffc7639-d2e4-4b34-88fc-ca0d97530b6f" providerId="ADAL" clId="{6F7D1407-9B4F-4C72-9C97-E0AF8FA900B1}" dt="2025-04-17T15:07:38.411" v="133" actId="20577"/>
        <pc:sldMkLst>
          <pc:docMk/>
          <pc:sldMk cId="1061451234" sldId="312"/>
        </pc:sldMkLst>
        <pc:spChg chg="mod">
          <ac:chgData name="May, Rebecca" userId="dffc7639-d2e4-4b34-88fc-ca0d97530b6f" providerId="ADAL" clId="{6F7D1407-9B4F-4C72-9C97-E0AF8FA900B1}" dt="2025-04-17T15:06:42.776" v="128" actId="20577"/>
          <ac:spMkLst>
            <pc:docMk/>
            <pc:sldMk cId="1061451234" sldId="312"/>
            <ac:spMk id="8" creationId="{DA724617-CE9B-00A5-90C3-829A35EA92B9}"/>
          </ac:spMkLst>
        </pc:spChg>
      </pc:sldChg>
      <pc:sldChg chg="modSp mod">
        <pc:chgData name="May, Rebecca" userId="dffc7639-d2e4-4b34-88fc-ca0d97530b6f" providerId="ADAL" clId="{6F7D1407-9B4F-4C72-9C97-E0AF8FA900B1}" dt="2025-04-17T15:08:01.262" v="139" actId="20577"/>
        <pc:sldMkLst>
          <pc:docMk/>
          <pc:sldMk cId="2027793640" sldId="313"/>
        </pc:sldMkLst>
        <pc:spChg chg="mod">
          <ac:chgData name="May, Rebecca" userId="dffc7639-d2e4-4b34-88fc-ca0d97530b6f" providerId="ADAL" clId="{6F7D1407-9B4F-4C72-9C97-E0AF8FA900B1}" dt="2025-04-17T15:08:01.262" v="139" actId="20577"/>
          <ac:spMkLst>
            <pc:docMk/>
            <pc:sldMk cId="2027793640" sldId="313"/>
            <ac:spMk id="4" creationId="{58499AA5-1861-0000-AD8D-9FFCEB9DC882}"/>
          </ac:spMkLst>
        </pc:spChg>
      </pc:sldChg>
    </pc:docChg>
  </pc:docChgLst>
  <pc:docChgLst>
    <pc:chgData name="Evans, Josie" userId="aaea60dd-eaa6-4fde-a2ae-3576d6b832cc" providerId="ADAL" clId="{1083DCB9-E971-4454-800E-63EF000AADF5}"/>
    <pc:docChg chg="custSel addSld delSld modSld delMainMaster modMainMaster modSection">
      <pc:chgData name="Evans, Josie" userId="aaea60dd-eaa6-4fde-a2ae-3576d6b832cc" providerId="ADAL" clId="{1083DCB9-E971-4454-800E-63EF000AADF5}" dt="2025-04-22T10:13:11.310" v="103" actId="20577"/>
      <pc:docMkLst>
        <pc:docMk/>
      </pc:docMkLst>
      <pc:sldChg chg="del">
        <pc:chgData name="Evans, Josie" userId="aaea60dd-eaa6-4fde-a2ae-3576d6b832cc" providerId="ADAL" clId="{1083DCB9-E971-4454-800E-63EF000AADF5}" dt="2025-04-22T10:04:08.893" v="68" actId="47"/>
        <pc:sldMkLst>
          <pc:docMk/>
          <pc:sldMk cId="1324876146" sldId="300"/>
        </pc:sldMkLst>
      </pc:sldChg>
      <pc:sldChg chg="delSp modSp mod">
        <pc:chgData name="Evans, Josie" userId="aaea60dd-eaa6-4fde-a2ae-3576d6b832cc" providerId="ADAL" clId="{1083DCB9-E971-4454-800E-63EF000AADF5}" dt="2025-04-22T08:54:44.280" v="13" actId="207"/>
        <pc:sldMkLst>
          <pc:docMk/>
          <pc:sldMk cId="1061451234" sldId="312"/>
        </pc:sldMkLst>
        <pc:spChg chg="mod">
          <ac:chgData name="Evans, Josie" userId="aaea60dd-eaa6-4fde-a2ae-3576d6b832cc" providerId="ADAL" clId="{1083DCB9-E971-4454-800E-63EF000AADF5}" dt="2025-04-22T08:54:44.280" v="13" actId="207"/>
          <ac:spMkLst>
            <pc:docMk/>
            <pc:sldMk cId="1061451234" sldId="312"/>
            <ac:spMk id="3" creationId="{AC916BCC-70E2-1486-2756-0700C2E4DA54}"/>
          </ac:spMkLst>
        </pc:spChg>
        <pc:spChg chg="del mod">
          <ac:chgData name="Evans, Josie" userId="aaea60dd-eaa6-4fde-a2ae-3576d6b832cc" providerId="ADAL" clId="{1083DCB9-E971-4454-800E-63EF000AADF5}" dt="2025-04-22T08:54:42.738" v="12" actId="478"/>
          <ac:spMkLst>
            <pc:docMk/>
            <pc:sldMk cId="1061451234" sldId="312"/>
            <ac:spMk id="5" creationId="{93B8AB48-50FE-8D5D-6028-722BBE4EEA4E}"/>
          </ac:spMkLst>
        </pc:spChg>
        <pc:spChg chg="mod">
          <ac:chgData name="Evans, Josie" userId="aaea60dd-eaa6-4fde-a2ae-3576d6b832cc" providerId="ADAL" clId="{1083DCB9-E971-4454-800E-63EF000AADF5}" dt="2025-04-22T08:54:35.293" v="9" actId="403"/>
          <ac:spMkLst>
            <pc:docMk/>
            <pc:sldMk cId="1061451234" sldId="312"/>
            <ac:spMk id="8" creationId="{DA724617-CE9B-00A5-90C3-829A35EA92B9}"/>
          </ac:spMkLst>
        </pc:spChg>
      </pc:sldChg>
      <pc:sldChg chg="modSp mod">
        <pc:chgData name="Evans, Josie" userId="aaea60dd-eaa6-4fde-a2ae-3576d6b832cc" providerId="ADAL" clId="{1083DCB9-E971-4454-800E-63EF000AADF5}" dt="2025-04-17T09:30:03.039" v="4" actId="113"/>
        <pc:sldMkLst>
          <pc:docMk/>
          <pc:sldMk cId="2027793640" sldId="313"/>
        </pc:sldMkLst>
        <pc:spChg chg="mod">
          <ac:chgData name="Evans, Josie" userId="aaea60dd-eaa6-4fde-a2ae-3576d6b832cc" providerId="ADAL" clId="{1083DCB9-E971-4454-800E-63EF000AADF5}" dt="2025-04-17T09:29:56.417" v="2" actId="20577"/>
          <ac:spMkLst>
            <pc:docMk/>
            <pc:sldMk cId="2027793640" sldId="313"/>
            <ac:spMk id="2" creationId="{6F045186-0336-BE7B-4AF0-8B0B05F11C80}"/>
          </ac:spMkLst>
        </pc:spChg>
        <pc:spChg chg="mod">
          <ac:chgData name="Evans, Josie" userId="aaea60dd-eaa6-4fde-a2ae-3576d6b832cc" providerId="ADAL" clId="{1083DCB9-E971-4454-800E-63EF000AADF5}" dt="2025-04-17T09:30:03.039" v="4" actId="113"/>
          <ac:spMkLst>
            <pc:docMk/>
            <pc:sldMk cId="2027793640" sldId="313"/>
            <ac:spMk id="4" creationId="{58499AA5-1861-0000-AD8D-9FFCEB9DC882}"/>
          </ac:spMkLst>
        </pc:spChg>
      </pc:sldChg>
      <pc:sldChg chg="addSp delSp modSp new mod modClrScheme chgLayout">
        <pc:chgData name="Evans, Josie" userId="aaea60dd-eaa6-4fde-a2ae-3576d6b832cc" providerId="ADAL" clId="{1083DCB9-E971-4454-800E-63EF000AADF5}" dt="2025-04-22T10:13:11.310" v="103" actId="20577"/>
        <pc:sldMkLst>
          <pc:docMk/>
          <pc:sldMk cId="2501497131" sldId="314"/>
        </pc:sldMkLst>
        <pc:spChg chg="del mod ord">
          <ac:chgData name="Evans, Josie" userId="aaea60dd-eaa6-4fde-a2ae-3576d6b832cc" providerId="ADAL" clId="{1083DCB9-E971-4454-800E-63EF000AADF5}" dt="2025-04-22T10:03:02.721" v="15" actId="700"/>
          <ac:spMkLst>
            <pc:docMk/>
            <pc:sldMk cId="2501497131" sldId="314"/>
            <ac:spMk id="2" creationId="{C4B1458A-EE58-FAB9-F494-923BA18A8268}"/>
          </ac:spMkLst>
        </pc:spChg>
        <pc:spChg chg="add mod ord">
          <ac:chgData name="Evans, Josie" userId="aaea60dd-eaa6-4fde-a2ae-3576d6b832cc" providerId="ADAL" clId="{1083DCB9-E971-4454-800E-63EF000AADF5}" dt="2025-04-22T10:04:05.849" v="67" actId="20577"/>
          <ac:spMkLst>
            <pc:docMk/>
            <pc:sldMk cId="2501497131" sldId="314"/>
            <ac:spMk id="3" creationId="{14653FDC-F2C2-EB6C-4E2A-8E19FE0FC29D}"/>
          </ac:spMkLst>
        </pc:spChg>
        <pc:spChg chg="add del mod ord">
          <ac:chgData name="Evans, Josie" userId="aaea60dd-eaa6-4fde-a2ae-3576d6b832cc" providerId="ADAL" clId="{1083DCB9-E971-4454-800E-63EF000AADF5}" dt="2025-04-22T10:03:47.213" v="48"/>
          <ac:spMkLst>
            <pc:docMk/>
            <pc:sldMk cId="2501497131" sldId="314"/>
            <ac:spMk id="4" creationId="{199B91D6-029F-EC23-58B1-88BDDFF09B89}"/>
          </ac:spMkLst>
        </pc:spChg>
        <pc:spChg chg="add mod ord">
          <ac:chgData name="Evans, Josie" userId="aaea60dd-eaa6-4fde-a2ae-3576d6b832cc" providerId="ADAL" clId="{1083DCB9-E971-4454-800E-63EF000AADF5}" dt="2025-04-22T10:03:40.228" v="47" actId="14"/>
          <ac:spMkLst>
            <pc:docMk/>
            <pc:sldMk cId="2501497131" sldId="314"/>
            <ac:spMk id="5" creationId="{9F916545-77EB-9059-AA66-85C7B988CA6B}"/>
          </ac:spMkLst>
        </pc:spChg>
        <pc:spChg chg="add mod ord">
          <ac:chgData name="Evans, Josie" userId="aaea60dd-eaa6-4fde-a2ae-3576d6b832cc" providerId="ADAL" clId="{1083DCB9-E971-4454-800E-63EF000AADF5}" dt="2025-04-22T10:13:11.310" v="103" actId="20577"/>
          <ac:spMkLst>
            <pc:docMk/>
            <pc:sldMk cId="2501497131" sldId="314"/>
            <ac:spMk id="6" creationId="{5698C375-EF1C-1412-B03A-6BCE092C4415}"/>
          </ac:spMkLst>
        </pc:spChg>
        <pc:spChg chg="add del mod ord">
          <ac:chgData name="Evans, Josie" userId="aaea60dd-eaa6-4fde-a2ae-3576d6b832cc" providerId="ADAL" clId="{1083DCB9-E971-4454-800E-63EF000AADF5}" dt="2025-04-22T10:03:51.589" v="49"/>
          <ac:spMkLst>
            <pc:docMk/>
            <pc:sldMk cId="2501497131" sldId="314"/>
            <ac:spMk id="7" creationId="{EA4603AC-18FE-6848-9725-0711DAC6782B}"/>
          </ac:spMkLst>
        </pc:spChg>
        <pc:spChg chg="add mod ord">
          <ac:chgData name="Evans, Josie" userId="aaea60dd-eaa6-4fde-a2ae-3576d6b832cc" providerId="ADAL" clId="{1083DCB9-E971-4454-800E-63EF000AADF5}" dt="2025-04-22T10:03:59.180" v="51"/>
          <ac:spMkLst>
            <pc:docMk/>
            <pc:sldMk cId="2501497131" sldId="314"/>
            <ac:spMk id="8" creationId="{F517F7DB-2F12-74C2-C6BE-9BDEE0E95E30}"/>
          </ac:spMkLst>
        </pc:spChg>
        <pc:spChg chg="add del mod ord">
          <ac:chgData name="Evans, Josie" userId="aaea60dd-eaa6-4fde-a2ae-3576d6b832cc" providerId="ADAL" clId="{1083DCB9-E971-4454-800E-63EF000AADF5}" dt="2025-04-22T10:03:55.084" v="50"/>
          <ac:spMkLst>
            <pc:docMk/>
            <pc:sldMk cId="2501497131" sldId="314"/>
            <ac:spMk id="9" creationId="{E2BF8FEA-7C65-876B-1C5F-C8DF2F78E542}"/>
          </ac:spMkLst>
        </pc:spChg>
        <pc:picChg chg="add mod">
          <ac:chgData name="Evans, Josie" userId="aaea60dd-eaa6-4fde-a2ae-3576d6b832cc" providerId="ADAL" clId="{1083DCB9-E971-4454-800E-63EF000AADF5}" dt="2025-04-22T10:04:38.217" v="102" actId="1076"/>
          <ac:picMkLst>
            <pc:docMk/>
            <pc:sldMk cId="2501497131" sldId="314"/>
            <ac:picMk id="10" creationId="{1E5B98B1-78D4-D50D-AD80-EDD7EC9552EF}"/>
          </ac:picMkLst>
        </pc:picChg>
        <pc:picChg chg="add mod">
          <ac:chgData name="Evans, Josie" userId="aaea60dd-eaa6-4fde-a2ae-3576d6b832cc" providerId="ADAL" clId="{1083DCB9-E971-4454-800E-63EF000AADF5}" dt="2025-04-22T10:04:38.217" v="102" actId="1076"/>
          <ac:picMkLst>
            <pc:docMk/>
            <pc:sldMk cId="2501497131" sldId="314"/>
            <ac:picMk id="11" creationId="{1D0CF512-8DA0-495D-DA9B-3092B870EE57}"/>
          </ac:picMkLst>
        </pc:picChg>
        <pc:picChg chg="add mod">
          <ac:chgData name="Evans, Josie" userId="aaea60dd-eaa6-4fde-a2ae-3576d6b832cc" providerId="ADAL" clId="{1083DCB9-E971-4454-800E-63EF000AADF5}" dt="2025-04-22T10:04:38.217" v="102" actId="1076"/>
          <ac:picMkLst>
            <pc:docMk/>
            <pc:sldMk cId="2501497131" sldId="314"/>
            <ac:picMk id="12" creationId="{9407CD12-8030-B154-3184-88030D05C9A5}"/>
          </ac:picMkLst>
        </pc:picChg>
      </pc:sldChg>
      <pc:sldChg chg="del">
        <pc:chgData name="Evans, Josie" userId="aaea60dd-eaa6-4fde-a2ae-3576d6b832cc" providerId="ADAL" clId="{1083DCB9-E971-4454-800E-63EF000AADF5}" dt="2025-04-17T09:31:07.344" v="6" actId="47"/>
        <pc:sldMkLst>
          <pc:docMk/>
          <pc:sldMk cId="2731926989" sldId="314"/>
        </pc:sldMkLst>
      </pc:sld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2217866481" sldId="2147483660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1433300368" sldId="2147483799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4045664613" sldId="2147483821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3391850710" sldId="2147483826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3899971177" sldId="2147483831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1513994161" sldId="2147483841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1256176808" sldId="2147483846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1684537100" sldId="2147483874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1175251079" sldId="2147483885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4100756167" sldId="2147483897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3265297551" sldId="214748389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3991041670" sldId="214748389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2632637445" sldId="2147483900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2611431978" sldId="2147483901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2285155211" sldId="214748390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3662927230" sldId="214748390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1968557072" sldId="214748390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41028302" sldId="2147483905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2312751237" sldId="214748390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4100756167" sldId="2147483897"/>
            <pc:sldLayoutMk cId="557095359" sldId="2147483907"/>
          </pc:sldLayoutMkLst>
        </pc:sldLayoutChg>
      </pc:sldMasterChg>
      <pc:sldMasterChg chg="modSldLayout">
        <pc:chgData name="Evans, Josie" userId="aaea60dd-eaa6-4fde-a2ae-3576d6b832cc" providerId="ADAL" clId="{1083DCB9-E971-4454-800E-63EF000AADF5}" dt="2025-04-22T10:04:31.927" v="101" actId="1035"/>
        <pc:sldMasterMkLst>
          <pc:docMk/>
          <pc:sldMasterMk cId="2711428093" sldId="2147483908"/>
        </pc:sldMasterMkLst>
        <pc:sldLayoutChg chg="modSp mod">
          <pc:chgData name="Evans, Josie" userId="aaea60dd-eaa6-4fde-a2ae-3576d6b832cc" providerId="ADAL" clId="{1083DCB9-E971-4454-800E-63EF000AADF5}" dt="2025-04-22T10:04:31.927" v="101" actId="1035"/>
          <pc:sldLayoutMkLst>
            <pc:docMk/>
            <pc:sldMasterMk cId="2711428093" sldId="2147483908"/>
            <pc:sldLayoutMk cId="3207332113" sldId="2147483913"/>
          </pc:sldLayoutMkLst>
          <pc:spChg chg="mod">
            <ac:chgData name="Evans, Josie" userId="aaea60dd-eaa6-4fde-a2ae-3576d6b832cc" providerId="ADAL" clId="{1083DCB9-E971-4454-800E-63EF000AADF5}" dt="2025-04-22T10:04:31.927" v="101" actId="1035"/>
            <ac:spMkLst>
              <pc:docMk/>
              <pc:sldMasterMk cId="2711428093" sldId="2147483908"/>
              <pc:sldLayoutMk cId="3207332113" sldId="2147483913"/>
              <ac:spMk id="12" creationId="{2BFAE9F9-5429-CFF8-597C-34C1D92EB77C}"/>
            </ac:spMkLst>
          </pc:spChg>
          <pc:spChg chg="mod">
            <ac:chgData name="Evans, Josie" userId="aaea60dd-eaa6-4fde-a2ae-3576d6b832cc" providerId="ADAL" clId="{1083DCB9-E971-4454-800E-63EF000AADF5}" dt="2025-04-22T10:04:28.061" v="84" actId="1036"/>
            <ac:spMkLst>
              <pc:docMk/>
              <pc:sldMasterMk cId="2711428093" sldId="2147483908"/>
              <pc:sldLayoutMk cId="3207332113" sldId="2147483913"/>
              <ac:spMk id="15" creationId="{C8650218-E8C4-B267-B89C-CD94E6AC1DF7}"/>
            </ac:spMkLst>
          </pc:spChg>
          <pc:spChg chg="mod">
            <ac:chgData name="Evans, Josie" userId="aaea60dd-eaa6-4fde-a2ae-3576d6b832cc" providerId="ADAL" clId="{1083DCB9-E971-4454-800E-63EF000AADF5}" dt="2025-04-22T10:04:31.927" v="101" actId="1035"/>
            <ac:spMkLst>
              <pc:docMk/>
              <pc:sldMasterMk cId="2711428093" sldId="2147483908"/>
              <pc:sldLayoutMk cId="3207332113" sldId="2147483913"/>
              <ac:spMk id="22" creationId="{C9428658-31AB-5478-AB9C-2332ED08CF85}"/>
            </ac:spMkLst>
          </pc:spChg>
          <pc:spChg chg="mod">
            <ac:chgData name="Evans, Josie" userId="aaea60dd-eaa6-4fde-a2ae-3576d6b832cc" providerId="ADAL" clId="{1083DCB9-E971-4454-800E-63EF000AADF5}" dt="2025-04-22T10:04:28.061" v="84" actId="1036"/>
            <ac:spMkLst>
              <pc:docMk/>
              <pc:sldMasterMk cId="2711428093" sldId="2147483908"/>
              <pc:sldLayoutMk cId="3207332113" sldId="2147483913"/>
              <ac:spMk id="23" creationId="{2ECB421E-ABC7-A07A-7FBD-08786784AF10}"/>
            </ac:spMkLst>
          </pc:spChg>
          <pc:spChg chg="mod">
            <ac:chgData name="Evans, Josie" userId="aaea60dd-eaa6-4fde-a2ae-3576d6b832cc" providerId="ADAL" clId="{1083DCB9-E971-4454-800E-63EF000AADF5}" dt="2025-04-22T10:04:31.927" v="101" actId="1035"/>
            <ac:spMkLst>
              <pc:docMk/>
              <pc:sldMasterMk cId="2711428093" sldId="2147483908"/>
              <pc:sldLayoutMk cId="3207332113" sldId="2147483913"/>
              <ac:spMk id="24" creationId="{CE4CF326-14CF-E04A-03AF-3867D47E3BBA}"/>
            </ac:spMkLst>
          </pc:spChg>
          <pc:spChg chg="mod">
            <ac:chgData name="Evans, Josie" userId="aaea60dd-eaa6-4fde-a2ae-3576d6b832cc" providerId="ADAL" clId="{1083DCB9-E971-4454-800E-63EF000AADF5}" dt="2025-04-22T10:04:28.061" v="84" actId="1036"/>
            <ac:spMkLst>
              <pc:docMk/>
              <pc:sldMasterMk cId="2711428093" sldId="2147483908"/>
              <pc:sldLayoutMk cId="3207332113" sldId="2147483913"/>
              <ac:spMk id="25" creationId="{58E79EAA-5AB5-1EC9-B4AE-C198BEE38B2F}"/>
            </ac:spMkLst>
          </pc:spChg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3031503955" sldId="2147483919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276447705" sldId="2147483930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694752249" sldId="2147483931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515327403" sldId="214748393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2281279855" sldId="214748393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3206381469" sldId="214748393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858242704" sldId="2147483935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566990121" sldId="2147483936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1521418134" sldId="2147483937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3554539864" sldId="214748393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1535250739" sldId="214748393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276447705" sldId="2147483930"/>
            <pc:sldLayoutMk cId="2421692947" sldId="2147483940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537580445" sldId="2147483941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Evans, Josie" userId="aaea60dd-eaa6-4fde-a2ae-3576d6b832cc" providerId="ADAL" clId="{1083DCB9-E971-4454-800E-63EF000AADF5}" dt="2025-04-17T09:30:04.947" v="5"/>
        <pc:sldMasterMkLst>
          <pc:docMk/>
          <pc:sldMasterMk cId="1502784078" sldId="2147483943"/>
        </pc:sldMasterMkLst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Evans, Josie" userId="aaea60dd-eaa6-4fde-a2ae-3576d6b832cc" providerId="ADAL" clId="{1083DCB9-E971-4454-800E-63EF000AADF5}" dt="2025-04-17T09:30:04.947" v="5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5B866-002C-45A7-A0F9-47A51323FC75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22F3C90-0D2C-4255-BE43-483C9395327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Auto‑run tests on every push</a:t>
          </a:r>
          <a:endParaRPr lang="en-US" b="1" dirty="0"/>
        </a:p>
      </dgm:t>
    </dgm:pt>
    <dgm:pt modelId="{DA6CA57E-F7A6-4378-BDCC-3BB28F1BC7E3}" type="parTrans" cxnId="{78A56A9D-6039-4E01-AFD0-148A4D698F00}">
      <dgm:prSet/>
      <dgm:spPr/>
      <dgm:t>
        <a:bodyPr/>
        <a:lstStyle/>
        <a:p>
          <a:endParaRPr lang="en-US" b="1"/>
        </a:p>
      </dgm:t>
    </dgm:pt>
    <dgm:pt modelId="{BACA0BF5-6E1F-4A0A-A182-A1D097055E78}" type="sibTrans" cxnId="{78A56A9D-6039-4E01-AFD0-148A4D698F00}">
      <dgm:prSet/>
      <dgm:spPr/>
      <dgm:t>
        <a:bodyPr/>
        <a:lstStyle/>
        <a:p>
          <a:endParaRPr lang="en-US" b="1"/>
        </a:p>
      </dgm:t>
    </dgm:pt>
    <dgm:pt modelId="{09592506-B751-40F8-9F28-36ABC15A763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Build &amp; package applications</a:t>
          </a:r>
          <a:endParaRPr lang="en-US" b="1"/>
        </a:p>
      </dgm:t>
    </dgm:pt>
    <dgm:pt modelId="{FB3D449D-692D-4A78-9709-0CC2B3A117F1}" type="parTrans" cxnId="{1826827E-15A0-4632-8200-41F5F6AE2D35}">
      <dgm:prSet/>
      <dgm:spPr/>
      <dgm:t>
        <a:bodyPr/>
        <a:lstStyle/>
        <a:p>
          <a:endParaRPr lang="en-US" b="1"/>
        </a:p>
      </dgm:t>
    </dgm:pt>
    <dgm:pt modelId="{FC30252E-3232-4E86-B364-AB244B29DBD0}" type="sibTrans" cxnId="{1826827E-15A0-4632-8200-41F5F6AE2D35}">
      <dgm:prSet/>
      <dgm:spPr/>
      <dgm:t>
        <a:bodyPr/>
        <a:lstStyle/>
        <a:p>
          <a:endParaRPr lang="en-US" b="1"/>
        </a:p>
      </dgm:t>
    </dgm:pt>
    <dgm:pt modelId="{2041ADF3-8847-41FD-9B55-FF697FFB8B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Deploy to cloud environments</a:t>
          </a:r>
          <a:endParaRPr lang="en-US" b="1"/>
        </a:p>
      </dgm:t>
    </dgm:pt>
    <dgm:pt modelId="{5260901B-9C92-4246-9254-0F4106909F25}" type="parTrans" cxnId="{A04E38C9-5335-4012-BBD4-EAD959C778F1}">
      <dgm:prSet/>
      <dgm:spPr/>
      <dgm:t>
        <a:bodyPr/>
        <a:lstStyle/>
        <a:p>
          <a:endParaRPr lang="en-US" b="1"/>
        </a:p>
      </dgm:t>
    </dgm:pt>
    <dgm:pt modelId="{C92CDA63-B629-4709-B9AC-7B74464249BD}" type="sibTrans" cxnId="{A04E38C9-5335-4012-BBD4-EAD959C778F1}">
      <dgm:prSet/>
      <dgm:spPr/>
      <dgm:t>
        <a:bodyPr/>
        <a:lstStyle/>
        <a:p>
          <a:endParaRPr lang="en-US" b="1"/>
        </a:p>
      </dgm:t>
    </dgm:pt>
    <dgm:pt modelId="{DD68BACB-2E3A-4EA5-A258-D108EBE5129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Automate repetitive tasks</a:t>
          </a:r>
          <a:endParaRPr lang="en-US" b="1"/>
        </a:p>
      </dgm:t>
    </dgm:pt>
    <dgm:pt modelId="{C3921CB5-2017-4358-8716-624DF20D6323}" type="parTrans" cxnId="{06725F76-5E48-4AB4-9F14-F677288BC7AC}">
      <dgm:prSet/>
      <dgm:spPr/>
      <dgm:t>
        <a:bodyPr/>
        <a:lstStyle/>
        <a:p>
          <a:endParaRPr lang="en-US" b="1"/>
        </a:p>
      </dgm:t>
    </dgm:pt>
    <dgm:pt modelId="{C2C5B5C6-FF32-4DCB-BD33-67EFC95D561D}" type="sibTrans" cxnId="{06725F76-5E48-4AB4-9F14-F677288BC7AC}">
      <dgm:prSet/>
      <dgm:spPr/>
      <dgm:t>
        <a:bodyPr/>
        <a:lstStyle/>
        <a:p>
          <a:endParaRPr lang="en-US" b="1"/>
        </a:p>
      </dgm:t>
    </dgm:pt>
    <dgm:pt modelId="{7908820D-0F56-4442-A231-D66879F96DC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Provide instant PR feedback</a:t>
          </a:r>
          <a:endParaRPr lang="en-US" b="1"/>
        </a:p>
      </dgm:t>
    </dgm:pt>
    <dgm:pt modelId="{14803186-2272-40D3-A511-67525543813C}" type="parTrans" cxnId="{D8C35676-1BBD-483D-B6A6-FEDE1563795A}">
      <dgm:prSet/>
      <dgm:spPr/>
      <dgm:t>
        <a:bodyPr/>
        <a:lstStyle/>
        <a:p>
          <a:endParaRPr lang="en-US" b="1"/>
        </a:p>
      </dgm:t>
    </dgm:pt>
    <dgm:pt modelId="{9A2B41FF-4ACF-4362-9D09-810BF9E1AD5C}" type="sibTrans" cxnId="{D8C35676-1BBD-483D-B6A6-FEDE1563795A}">
      <dgm:prSet/>
      <dgm:spPr/>
      <dgm:t>
        <a:bodyPr/>
        <a:lstStyle/>
        <a:p>
          <a:endParaRPr lang="en-US" b="1"/>
        </a:p>
      </dgm:t>
    </dgm:pt>
    <dgm:pt modelId="{3FA4C02F-912D-4F5B-BB6F-B4F1CE41808B}" type="pres">
      <dgm:prSet presAssocID="{69E5B866-002C-45A7-A0F9-47A51323FC75}" presName="root" presStyleCnt="0">
        <dgm:presLayoutVars>
          <dgm:dir/>
          <dgm:resizeHandles val="exact"/>
        </dgm:presLayoutVars>
      </dgm:prSet>
      <dgm:spPr/>
    </dgm:pt>
    <dgm:pt modelId="{529021E1-0E8F-4533-8DAF-4BC3E0ABCF4B}" type="pres">
      <dgm:prSet presAssocID="{D22F3C90-0D2C-4255-BE43-483C9395327D}" presName="compNode" presStyleCnt="0"/>
      <dgm:spPr/>
    </dgm:pt>
    <dgm:pt modelId="{9272EE67-77E2-4720-9231-7F73BE727A57}" type="pres">
      <dgm:prSet presAssocID="{D22F3C90-0D2C-4255-BE43-483C9395327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A003F52-4898-4B55-B65F-6D42D65F0077}" type="pres">
      <dgm:prSet presAssocID="{D22F3C90-0D2C-4255-BE43-483C9395327D}" presName="spaceRect" presStyleCnt="0"/>
      <dgm:spPr/>
    </dgm:pt>
    <dgm:pt modelId="{07B2A4B4-5961-4D55-9E65-8168ACEAFB85}" type="pres">
      <dgm:prSet presAssocID="{D22F3C90-0D2C-4255-BE43-483C9395327D}" presName="textRect" presStyleLbl="revTx" presStyleIdx="0" presStyleCnt="5">
        <dgm:presLayoutVars>
          <dgm:chMax val="1"/>
          <dgm:chPref val="1"/>
        </dgm:presLayoutVars>
      </dgm:prSet>
      <dgm:spPr/>
    </dgm:pt>
    <dgm:pt modelId="{95D81A50-6829-4CA2-8145-8E89CA00FBD5}" type="pres">
      <dgm:prSet presAssocID="{BACA0BF5-6E1F-4A0A-A182-A1D097055E78}" presName="sibTrans" presStyleCnt="0"/>
      <dgm:spPr/>
    </dgm:pt>
    <dgm:pt modelId="{79210130-BAEA-41F1-A18D-5E062C20913F}" type="pres">
      <dgm:prSet presAssocID="{09592506-B751-40F8-9F28-36ABC15A7638}" presName="compNode" presStyleCnt="0"/>
      <dgm:spPr/>
    </dgm:pt>
    <dgm:pt modelId="{4FE03A15-4BBE-4AB2-BEF2-35B462862CCD}" type="pres">
      <dgm:prSet presAssocID="{09592506-B751-40F8-9F28-36ABC15A76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94123E37-F353-43BA-978F-65A7C82CA671}" type="pres">
      <dgm:prSet presAssocID="{09592506-B751-40F8-9F28-36ABC15A7638}" presName="spaceRect" presStyleCnt="0"/>
      <dgm:spPr/>
    </dgm:pt>
    <dgm:pt modelId="{7C116F3E-FE63-4F1B-AA7B-002BCBE0B2EE}" type="pres">
      <dgm:prSet presAssocID="{09592506-B751-40F8-9F28-36ABC15A7638}" presName="textRect" presStyleLbl="revTx" presStyleIdx="1" presStyleCnt="5">
        <dgm:presLayoutVars>
          <dgm:chMax val="1"/>
          <dgm:chPref val="1"/>
        </dgm:presLayoutVars>
      </dgm:prSet>
      <dgm:spPr/>
    </dgm:pt>
    <dgm:pt modelId="{C6413D21-1E7B-4307-8A1A-485F43A7A787}" type="pres">
      <dgm:prSet presAssocID="{FC30252E-3232-4E86-B364-AB244B29DBD0}" presName="sibTrans" presStyleCnt="0"/>
      <dgm:spPr/>
    </dgm:pt>
    <dgm:pt modelId="{88E9FC50-F761-4505-97B1-1579916E95E1}" type="pres">
      <dgm:prSet presAssocID="{2041ADF3-8847-41FD-9B55-FF697FFB8BB4}" presName="compNode" presStyleCnt="0"/>
      <dgm:spPr/>
    </dgm:pt>
    <dgm:pt modelId="{B7FD0D1D-30F3-48E2-B552-75AF583E169B}" type="pres">
      <dgm:prSet presAssocID="{2041ADF3-8847-41FD-9B55-FF697FFB8B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D60F48C2-098D-4268-BBCB-E076E7F6BF26}" type="pres">
      <dgm:prSet presAssocID="{2041ADF3-8847-41FD-9B55-FF697FFB8BB4}" presName="spaceRect" presStyleCnt="0"/>
      <dgm:spPr/>
    </dgm:pt>
    <dgm:pt modelId="{24328477-832B-4C6E-9927-BA11D3519E05}" type="pres">
      <dgm:prSet presAssocID="{2041ADF3-8847-41FD-9B55-FF697FFB8BB4}" presName="textRect" presStyleLbl="revTx" presStyleIdx="2" presStyleCnt="5">
        <dgm:presLayoutVars>
          <dgm:chMax val="1"/>
          <dgm:chPref val="1"/>
        </dgm:presLayoutVars>
      </dgm:prSet>
      <dgm:spPr/>
    </dgm:pt>
    <dgm:pt modelId="{769BC7E1-2DF1-4609-B502-1FE54FFC72B2}" type="pres">
      <dgm:prSet presAssocID="{C92CDA63-B629-4709-B9AC-7B74464249BD}" presName="sibTrans" presStyleCnt="0"/>
      <dgm:spPr/>
    </dgm:pt>
    <dgm:pt modelId="{21F01ADD-4691-4390-9255-ADF4F149BA4F}" type="pres">
      <dgm:prSet presAssocID="{DD68BACB-2E3A-4EA5-A258-D108EBE51291}" presName="compNode" presStyleCnt="0"/>
      <dgm:spPr/>
    </dgm:pt>
    <dgm:pt modelId="{57B4748B-4AF6-49EF-8771-5AECEB52C610}" type="pres">
      <dgm:prSet presAssocID="{DD68BACB-2E3A-4EA5-A258-D108EBE5129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269DAA9-8E4A-4A78-8CD1-491BB4A0D526}" type="pres">
      <dgm:prSet presAssocID="{DD68BACB-2E3A-4EA5-A258-D108EBE51291}" presName="spaceRect" presStyleCnt="0"/>
      <dgm:spPr/>
    </dgm:pt>
    <dgm:pt modelId="{1CCE75C0-765E-4AF7-8150-0B44CC4B44B7}" type="pres">
      <dgm:prSet presAssocID="{DD68BACB-2E3A-4EA5-A258-D108EBE51291}" presName="textRect" presStyleLbl="revTx" presStyleIdx="3" presStyleCnt="5">
        <dgm:presLayoutVars>
          <dgm:chMax val="1"/>
          <dgm:chPref val="1"/>
        </dgm:presLayoutVars>
      </dgm:prSet>
      <dgm:spPr/>
    </dgm:pt>
    <dgm:pt modelId="{29F1A7E2-90BA-49C3-B86D-5A18848E37D8}" type="pres">
      <dgm:prSet presAssocID="{C2C5B5C6-FF32-4DCB-BD33-67EFC95D561D}" presName="sibTrans" presStyleCnt="0"/>
      <dgm:spPr/>
    </dgm:pt>
    <dgm:pt modelId="{2562ED61-5B49-4BAD-BFD2-96B058F25AAA}" type="pres">
      <dgm:prSet presAssocID="{7908820D-0F56-4442-A231-D66879F96DCF}" presName="compNode" presStyleCnt="0"/>
      <dgm:spPr/>
    </dgm:pt>
    <dgm:pt modelId="{1EC9245E-510D-40DC-A845-CFB0593F136B}" type="pres">
      <dgm:prSet presAssocID="{7908820D-0F56-4442-A231-D66879F96D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DA32CCB-C2FA-447F-93F7-45681A400E9F}" type="pres">
      <dgm:prSet presAssocID="{7908820D-0F56-4442-A231-D66879F96DCF}" presName="spaceRect" presStyleCnt="0"/>
      <dgm:spPr/>
    </dgm:pt>
    <dgm:pt modelId="{321E61E6-DD9F-4BE5-AA99-8CC946A91657}" type="pres">
      <dgm:prSet presAssocID="{7908820D-0F56-4442-A231-D66879F96DC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C84DB1C-7EAF-4997-BD4C-4116C043131C}" type="presOf" srcId="{D22F3C90-0D2C-4255-BE43-483C9395327D}" destId="{07B2A4B4-5961-4D55-9E65-8168ACEAFB85}" srcOrd="0" destOrd="0" presId="urn:microsoft.com/office/officeart/2018/2/layout/IconLabelList"/>
    <dgm:cxn modelId="{6714031D-124D-4E3F-9B3D-47FDA102AEEA}" type="presOf" srcId="{7908820D-0F56-4442-A231-D66879F96DCF}" destId="{321E61E6-DD9F-4BE5-AA99-8CC946A91657}" srcOrd="0" destOrd="0" presId="urn:microsoft.com/office/officeart/2018/2/layout/IconLabelList"/>
    <dgm:cxn modelId="{990ABB30-2154-4ECB-9659-EEFF8058A3F1}" type="presOf" srcId="{DD68BACB-2E3A-4EA5-A258-D108EBE51291}" destId="{1CCE75C0-765E-4AF7-8150-0B44CC4B44B7}" srcOrd="0" destOrd="0" presId="urn:microsoft.com/office/officeart/2018/2/layout/IconLabelList"/>
    <dgm:cxn modelId="{06725F76-5E48-4AB4-9F14-F677288BC7AC}" srcId="{69E5B866-002C-45A7-A0F9-47A51323FC75}" destId="{DD68BACB-2E3A-4EA5-A258-D108EBE51291}" srcOrd="3" destOrd="0" parTransId="{C3921CB5-2017-4358-8716-624DF20D6323}" sibTransId="{C2C5B5C6-FF32-4DCB-BD33-67EFC95D561D}"/>
    <dgm:cxn modelId="{D8C35676-1BBD-483D-B6A6-FEDE1563795A}" srcId="{69E5B866-002C-45A7-A0F9-47A51323FC75}" destId="{7908820D-0F56-4442-A231-D66879F96DCF}" srcOrd="4" destOrd="0" parTransId="{14803186-2272-40D3-A511-67525543813C}" sibTransId="{9A2B41FF-4ACF-4362-9D09-810BF9E1AD5C}"/>
    <dgm:cxn modelId="{183B1777-CF6A-4B1D-A1C8-7DAD9E5F8D2E}" type="presOf" srcId="{09592506-B751-40F8-9F28-36ABC15A7638}" destId="{7C116F3E-FE63-4F1B-AA7B-002BCBE0B2EE}" srcOrd="0" destOrd="0" presId="urn:microsoft.com/office/officeart/2018/2/layout/IconLabelList"/>
    <dgm:cxn modelId="{1826827E-15A0-4632-8200-41F5F6AE2D35}" srcId="{69E5B866-002C-45A7-A0F9-47A51323FC75}" destId="{09592506-B751-40F8-9F28-36ABC15A7638}" srcOrd="1" destOrd="0" parTransId="{FB3D449D-692D-4A78-9709-0CC2B3A117F1}" sibTransId="{FC30252E-3232-4E86-B364-AB244B29DBD0}"/>
    <dgm:cxn modelId="{DA12E388-053E-4132-915D-FEC6CBC4CA91}" type="presOf" srcId="{2041ADF3-8847-41FD-9B55-FF697FFB8BB4}" destId="{24328477-832B-4C6E-9927-BA11D3519E05}" srcOrd="0" destOrd="0" presId="urn:microsoft.com/office/officeart/2018/2/layout/IconLabelList"/>
    <dgm:cxn modelId="{78A56A9D-6039-4E01-AFD0-148A4D698F00}" srcId="{69E5B866-002C-45A7-A0F9-47A51323FC75}" destId="{D22F3C90-0D2C-4255-BE43-483C9395327D}" srcOrd="0" destOrd="0" parTransId="{DA6CA57E-F7A6-4378-BDCC-3BB28F1BC7E3}" sibTransId="{BACA0BF5-6E1F-4A0A-A182-A1D097055E78}"/>
    <dgm:cxn modelId="{A04E38C9-5335-4012-BBD4-EAD959C778F1}" srcId="{69E5B866-002C-45A7-A0F9-47A51323FC75}" destId="{2041ADF3-8847-41FD-9B55-FF697FFB8BB4}" srcOrd="2" destOrd="0" parTransId="{5260901B-9C92-4246-9254-0F4106909F25}" sibTransId="{C92CDA63-B629-4709-B9AC-7B74464249BD}"/>
    <dgm:cxn modelId="{02C98AED-048A-4541-B614-143AA8BA9F60}" type="presOf" srcId="{69E5B866-002C-45A7-A0F9-47A51323FC75}" destId="{3FA4C02F-912D-4F5B-BB6F-B4F1CE41808B}" srcOrd="0" destOrd="0" presId="urn:microsoft.com/office/officeart/2018/2/layout/IconLabelList"/>
    <dgm:cxn modelId="{F189C350-8096-401B-9CEA-1CBA010E7FC6}" type="presParOf" srcId="{3FA4C02F-912D-4F5B-BB6F-B4F1CE41808B}" destId="{529021E1-0E8F-4533-8DAF-4BC3E0ABCF4B}" srcOrd="0" destOrd="0" presId="urn:microsoft.com/office/officeart/2018/2/layout/IconLabelList"/>
    <dgm:cxn modelId="{34DEEB7C-C4F9-4D8B-95B1-DE0D4B7E0E60}" type="presParOf" srcId="{529021E1-0E8F-4533-8DAF-4BC3E0ABCF4B}" destId="{9272EE67-77E2-4720-9231-7F73BE727A57}" srcOrd="0" destOrd="0" presId="urn:microsoft.com/office/officeart/2018/2/layout/IconLabelList"/>
    <dgm:cxn modelId="{01F90D00-E85F-474B-A48F-7E549A2FF780}" type="presParOf" srcId="{529021E1-0E8F-4533-8DAF-4BC3E0ABCF4B}" destId="{DA003F52-4898-4B55-B65F-6D42D65F0077}" srcOrd="1" destOrd="0" presId="urn:microsoft.com/office/officeart/2018/2/layout/IconLabelList"/>
    <dgm:cxn modelId="{7A9DACA7-60B6-453F-BAF8-F95B23058575}" type="presParOf" srcId="{529021E1-0E8F-4533-8DAF-4BC3E0ABCF4B}" destId="{07B2A4B4-5961-4D55-9E65-8168ACEAFB85}" srcOrd="2" destOrd="0" presId="urn:microsoft.com/office/officeart/2018/2/layout/IconLabelList"/>
    <dgm:cxn modelId="{26C17B72-F0A2-422E-9D5E-2B5AAA6BDD6E}" type="presParOf" srcId="{3FA4C02F-912D-4F5B-BB6F-B4F1CE41808B}" destId="{95D81A50-6829-4CA2-8145-8E89CA00FBD5}" srcOrd="1" destOrd="0" presId="urn:microsoft.com/office/officeart/2018/2/layout/IconLabelList"/>
    <dgm:cxn modelId="{3DD4B3C5-2EE0-4BDA-A9AE-5C331E6FD1AD}" type="presParOf" srcId="{3FA4C02F-912D-4F5B-BB6F-B4F1CE41808B}" destId="{79210130-BAEA-41F1-A18D-5E062C20913F}" srcOrd="2" destOrd="0" presId="urn:microsoft.com/office/officeart/2018/2/layout/IconLabelList"/>
    <dgm:cxn modelId="{BCC44FC2-CCF1-4FA4-86E6-C967A05D98EB}" type="presParOf" srcId="{79210130-BAEA-41F1-A18D-5E062C20913F}" destId="{4FE03A15-4BBE-4AB2-BEF2-35B462862CCD}" srcOrd="0" destOrd="0" presId="urn:microsoft.com/office/officeart/2018/2/layout/IconLabelList"/>
    <dgm:cxn modelId="{D4B58C28-70C2-4669-9820-8BEDD1227EEC}" type="presParOf" srcId="{79210130-BAEA-41F1-A18D-5E062C20913F}" destId="{94123E37-F353-43BA-978F-65A7C82CA671}" srcOrd="1" destOrd="0" presId="urn:microsoft.com/office/officeart/2018/2/layout/IconLabelList"/>
    <dgm:cxn modelId="{170CC7E9-CCF6-4A48-BDE8-B379DB69CA6C}" type="presParOf" srcId="{79210130-BAEA-41F1-A18D-5E062C20913F}" destId="{7C116F3E-FE63-4F1B-AA7B-002BCBE0B2EE}" srcOrd="2" destOrd="0" presId="urn:microsoft.com/office/officeart/2018/2/layout/IconLabelList"/>
    <dgm:cxn modelId="{6FABAC7C-0662-411E-9ECE-A5FE99E1BBE3}" type="presParOf" srcId="{3FA4C02F-912D-4F5B-BB6F-B4F1CE41808B}" destId="{C6413D21-1E7B-4307-8A1A-485F43A7A787}" srcOrd="3" destOrd="0" presId="urn:microsoft.com/office/officeart/2018/2/layout/IconLabelList"/>
    <dgm:cxn modelId="{AF58C766-434A-4579-9C8F-00A8A4E89669}" type="presParOf" srcId="{3FA4C02F-912D-4F5B-BB6F-B4F1CE41808B}" destId="{88E9FC50-F761-4505-97B1-1579916E95E1}" srcOrd="4" destOrd="0" presId="urn:microsoft.com/office/officeart/2018/2/layout/IconLabelList"/>
    <dgm:cxn modelId="{C81980A7-052A-4A8B-A257-82BFC1A9A2B4}" type="presParOf" srcId="{88E9FC50-F761-4505-97B1-1579916E95E1}" destId="{B7FD0D1D-30F3-48E2-B552-75AF583E169B}" srcOrd="0" destOrd="0" presId="urn:microsoft.com/office/officeart/2018/2/layout/IconLabelList"/>
    <dgm:cxn modelId="{356F0962-D0EB-45BA-9DBB-07D7036A90F1}" type="presParOf" srcId="{88E9FC50-F761-4505-97B1-1579916E95E1}" destId="{D60F48C2-098D-4268-BBCB-E076E7F6BF26}" srcOrd="1" destOrd="0" presId="urn:microsoft.com/office/officeart/2018/2/layout/IconLabelList"/>
    <dgm:cxn modelId="{48CB1E0E-26DF-494E-920B-13F297F2BE38}" type="presParOf" srcId="{88E9FC50-F761-4505-97B1-1579916E95E1}" destId="{24328477-832B-4C6E-9927-BA11D3519E05}" srcOrd="2" destOrd="0" presId="urn:microsoft.com/office/officeart/2018/2/layout/IconLabelList"/>
    <dgm:cxn modelId="{097E64F1-37C7-43A9-BE08-7A3E3CB8FD09}" type="presParOf" srcId="{3FA4C02F-912D-4F5B-BB6F-B4F1CE41808B}" destId="{769BC7E1-2DF1-4609-B502-1FE54FFC72B2}" srcOrd="5" destOrd="0" presId="urn:microsoft.com/office/officeart/2018/2/layout/IconLabelList"/>
    <dgm:cxn modelId="{21FBF627-08A4-4B1E-9A55-0D759EC2B5BF}" type="presParOf" srcId="{3FA4C02F-912D-4F5B-BB6F-B4F1CE41808B}" destId="{21F01ADD-4691-4390-9255-ADF4F149BA4F}" srcOrd="6" destOrd="0" presId="urn:microsoft.com/office/officeart/2018/2/layout/IconLabelList"/>
    <dgm:cxn modelId="{617AF4BE-510F-4C66-8356-24E5F4671CEA}" type="presParOf" srcId="{21F01ADD-4691-4390-9255-ADF4F149BA4F}" destId="{57B4748B-4AF6-49EF-8771-5AECEB52C610}" srcOrd="0" destOrd="0" presId="urn:microsoft.com/office/officeart/2018/2/layout/IconLabelList"/>
    <dgm:cxn modelId="{81C874B3-024D-4537-952C-A4F571DB6700}" type="presParOf" srcId="{21F01ADD-4691-4390-9255-ADF4F149BA4F}" destId="{0269DAA9-8E4A-4A78-8CD1-491BB4A0D526}" srcOrd="1" destOrd="0" presId="urn:microsoft.com/office/officeart/2018/2/layout/IconLabelList"/>
    <dgm:cxn modelId="{115ABC5E-C8FE-48EA-B88F-D463FEF70525}" type="presParOf" srcId="{21F01ADD-4691-4390-9255-ADF4F149BA4F}" destId="{1CCE75C0-765E-4AF7-8150-0B44CC4B44B7}" srcOrd="2" destOrd="0" presId="urn:microsoft.com/office/officeart/2018/2/layout/IconLabelList"/>
    <dgm:cxn modelId="{E76FECE7-A8C2-4558-A583-FD8A5ACBE944}" type="presParOf" srcId="{3FA4C02F-912D-4F5B-BB6F-B4F1CE41808B}" destId="{29F1A7E2-90BA-49C3-B86D-5A18848E37D8}" srcOrd="7" destOrd="0" presId="urn:microsoft.com/office/officeart/2018/2/layout/IconLabelList"/>
    <dgm:cxn modelId="{B78D503D-66D8-4DA0-BDBA-EE26AE85CEF7}" type="presParOf" srcId="{3FA4C02F-912D-4F5B-BB6F-B4F1CE41808B}" destId="{2562ED61-5B49-4BAD-BFD2-96B058F25AAA}" srcOrd="8" destOrd="0" presId="urn:microsoft.com/office/officeart/2018/2/layout/IconLabelList"/>
    <dgm:cxn modelId="{18F472DD-9442-4A64-B3F5-398B4091DEE7}" type="presParOf" srcId="{2562ED61-5B49-4BAD-BFD2-96B058F25AAA}" destId="{1EC9245E-510D-40DC-A845-CFB0593F136B}" srcOrd="0" destOrd="0" presId="urn:microsoft.com/office/officeart/2018/2/layout/IconLabelList"/>
    <dgm:cxn modelId="{C921EFA3-7874-4749-BED0-44F348E69250}" type="presParOf" srcId="{2562ED61-5B49-4BAD-BFD2-96B058F25AAA}" destId="{8DA32CCB-C2FA-447F-93F7-45681A400E9F}" srcOrd="1" destOrd="0" presId="urn:microsoft.com/office/officeart/2018/2/layout/IconLabelList"/>
    <dgm:cxn modelId="{1471D579-292E-4899-82D7-CFA561ED7902}" type="presParOf" srcId="{2562ED61-5B49-4BAD-BFD2-96B058F25AAA}" destId="{321E61E6-DD9F-4BE5-AA99-8CC946A9165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C44D4A-BA0D-43FC-9881-32FEC1CF6CB3}" type="doc">
      <dgm:prSet loTypeId="urn:microsoft.com/office/officeart/2018/2/layout/IconCircleList" loCatId="icon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09EF8C75-9BB6-4EBC-AFEA-2D99B4B45BD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Open‑source projects</a:t>
          </a:r>
          <a:endParaRPr lang="en-US"/>
        </a:p>
      </dgm:t>
    </dgm:pt>
    <dgm:pt modelId="{DD842338-BCAD-4B6B-8367-81C3C8AD033F}" type="parTrans" cxnId="{041FCE82-B9CF-49EC-93AF-1D7C53A5D98D}">
      <dgm:prSet/>
      <dgm:spPr/>
      <dgm:t>
        <a:bodyPr/>
        <a:lstStyle/>
        <a:p>
          <a:endParaRPr lang="en-US"/>
        </a:p>
      </dgm:t>
    </dgm:pt>
    <dgm:pt modelId="{3626765A-981F-441C-AC24-3EFF21793B58}" type="sibTrans" cxnId="{041FCE82-B9CF-49EC-93AF-1D7C53A5D9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04E9735-0DDE-4E2F-B3AE-D3BE71D183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Enterprise GitHub users</a:t>
          </a:r>
          <a:endParaRPr lang="en-US"/>
        </a:p>
      </dgm:t>
    </dgm:pt>
    <dgm:pt modelId="{931D0775-C886-4026-BE6A-DE6B1B6AF1D3}" type="parTrans" cxnId="{0B00307C-7806-4CF4-9289-A52B390B6A79}">
      <dgm:prSet/>
      <dgm:spPr/>
      <dgm:t>
        <a:bodyPr/>
        <a:lstStyle/>
        <a:p>
          <a:endParaRPr lang="en-US"/>
        </a:p>
      </dgm:t>
    </dgm:pt>
    <dgm:pt modelId="{8ED23FCA-7FC5-4FA8-8BDD-DB333057693E}" type="sibTrans" cxnId="{0B00307C-7806-4CF4-9289-A52B390B6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637C56-FE29-4CAE-9534-43FA335B23D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Cloud‑native teams</a:t>
          </a:r>
          <a:endParaRPr lang="en-US"/>
        </a:p>
      </dgm:t>
    </dgm:pt>
    <dgm:pt modelId="{4BB47813-4DEA-4483-9067-47338F114388}" type="parTrans" cxnId="{448BA386-01FF-4A78-ACB8-4E0FE7B8A840}">
      <dgm:prSet/>
      <dgm:spPr/>
      <dgm:t>
        <a:bodyPr/>
        <a:lstStyle/>
        <a:p>
          <a:endParaRPr lang="en-US"/>
        </a:p>
      </dgm:t>
    </dgm:pt>
    <dgm:pt modelId="{CF4BD111-69F9-4287-B89C-58C82F4D1FF6}" type="sibTrans" cxnId="{448BA386-01FF-4A78-ACB8-4E0FE7B8A8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26503A-7A66-47E6-993F-728EA63026B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Microservices &amp; containers</a:t>
          </a:r>
          <a:endParaRPr lang="en-US" dirty="0"/>
        </a:p>
      </dgm:t>
    </dgm:pt>
    <dgm:pt modelId="{EBB169DB-C265-49D6-A26E-41071D98CFC8}" type="parTrans" cxnId="{0A12E7F7-4952-4CA8-9E7C-082C6ECCE2BC}">
      <dgm:prSet/>
      <dgm:spPr/>
      <dgm:t>
        <a:bodyPr/>
        <a:lstStyle/>
        <a:p>
          <a:endParaRPr lang="en-US"/>
        </a:p>
      </dgm:t>
    </dgm:pt>
    <dgm:pt modelId="{7AF053CF-2E54-4F3D-BAF8-4238C1CD9AB0}" type="sibTrans" cxnId="{0A12E7F7-4952-4CA8-9E7C-082C6ECCE2B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9FFAB4-871C-469C-801D-B415DEC9B3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Education and training environments</a:t>
          </a:r>
          <a:endParaRPr lang="en-US"/>
        </a:p>
      </dgm:t>
    </dgm:pt>
    <dgm:pt modelId="{77E5604D-0052-4822-99CE-32EAF6170622}" type="parTrans" cxnId="{70942E66-8A93-4F33-BEA9-C48D2A7C3C96}">
      <dgm:prSet/>
      <dgm:spPr/>
      <dgm:t>
        <a:bodyPr/>
        <a:lstStyle/>
        <a:p>
          <a:endParaRPr lang="en-US"/>
        </a:p>
      </dgm:t>
    </dgm:pt>
    <dgm:pt modelId="{CDC5D38A-DC75-4143-9682-219F3CFBB117}" type="sibTrans" cxnId="{70942E66-8A93-4F33-BEA9-C48D2A7C3C96}">
      <dgm:prSet/>
      <dgm:spPr/>
      <dgm:t>
        <a:bodyPr/>
        <a:lstStyle/>
        <a:p>
          <a:endParaRPr lang="en-US"/>
        </a:p>
      </dgm:t>
    </dgm:pt>
    <dgm:pt modelId="{51AA09BE-2429-4D5A-AF5A-3B2C973B903F}" type="pres">
      <dgm:prSet presAssocID="{18C44D4A-BA0D-43FC-9881-32FEC1CF6CB3}" presName="root" presStyleCnt="0">
        <dgm:presLayoutVars>
          <dgm:dir/>
          <dgm:resizeHandles val="exact"/>
        </dgm:presLayoutVars>
      </dgm:prSet>
      <dgm:spPr/>
    </dgm:pt>
    <dgm:pt modelId="{5C735213-F914-4438-9997-7FC79F978866}" type="pres">
      <dgm:prSet presAssocID="{18C44D4A-BA0D-43FC-9881-32FEC1CF6CB3}" presName="container" presStyleCnt="0">
        <dgm:presLayoutVars>
          <dgm:dir/>
          <dgm:resizeHandles val="exact"/>
        </dgm:presLayoutVars>
      </dgm:prSet>
      <dgm:spPr/>
    </dgm:pt>
    <dgm:pt modelId="{03AEC6E6-EB2A-4122-8E0E-9C28B232C324}" type="pres">
      <dgm:prSet presAssocID="{09EF8C75-9BB6-4EBC-AFEA-2D99B4B45BD6}" presName="compNode" presStyleCnt="0"/>
      <dgm:spPr/>
    </dgm:pt>
    <dgm:pt modelId="{0001D923-4EEE-425C-B4FB-052EDC49E806}" type="pres">
      <dgm:prSet presAssocID="{09EF8C75-9BB6-4EBC-AFEA-2D99B4B45BD6}" presName="iconBgRect" presStyleLbl="bgShp" presStyleIdx="0" presStyleCnt="5"/>
      <dgm:spPr/>
    </dgm:pt>
    <dgm:pt modelId="{2798C4E7-7864-40CB-9C69-CDD2BC65B487}" type="pres">
      <dgm:prSet presAssocID="{09EF8C75-9BB6-4EBC-AFEA-2D99B4B45BD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9DE357E-017F-43E5-9576-E683F184A68B}" type="pres">
      <dgm:prSet presAssocID="{09EF8C75-9BB6-4EBC-AFEA-2D99B4B45BD6}" presName="spaceRect" presStyleCnt="0"/>
      <dgm:spPr/>
    </dgm:pt>
    <dgm:pt modelId="{A285E696-BBDC-4F84-B8AA-24D0A36A9FA0}" type="pres">
      <dgm:prSet presAssocID="{09EF8C75-9BB6-4EBC-AFEA-2D99B4B45BD6}" presName="textRect" presStyleLbl="revTx" presStyleIdx="0" presStyleCnt="5">
        <dgm:presLayoutVars>
          <dgm:chMax val="1"/>
          <dgm:chPref val="1"/>
        </dgm:presLayoutVars>
      </dgm:prSet>
      <dgm:spPr/>
    </dgm:pt>
    <dgm:pt modelId="{C034344C-00C1-42E8-BB75-5ECB7E7FABD8}" type="pres">
      <dgm:prSet presAssocID="{3626765A-981F-441C-AC24-3EFF21793B58}" presName="sibTrans" presStyleLbl="sibTrans2D1" presStyleIdx="0" presStyleCnt="0"/>
      <dgm:spPr/>
    </dgm:pt>
    <dgm:pt modelId="{2E2EC3CB-4BA2-43D8-B9FB-D178AB233D2A}" type="pres">
      <dgm:prSet presAssocID="{A04E9735-0DDE-4E2F-B3AE-D3BE71D183C7}" presName="compNode" presStyleCnt="0"/>
      <dgm:spPr/>
    </dgm:pt>
    <dgm:pt modelId="{54410EF1-B3CE-4A20-AD92-EC010A9E6BA8}" type="pres">
      <dgm:prSet presAssocID="{A04E9735-0DDE-4E2F-B3AE-D3BE71D183C7}" presName="iconBgRect" presStyleLbl="bgShp" presStyleIdx="1" presStyleCnt="5"/>
      <dgm:spPr/>
    </dgm:pt>
    <dgm:pt modelId="{A5028226-B5A0-4681-9FE8-C748F29D6B3E}" type="pres">
      <dgm:prSet presAssocID="{A04E9735-0DDE-4E2F-B3AE-D3BE71D183C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8D1F391-C6F7-4827-8472-72B67D5AA39B}" type="pres">
      <dgm:prSet presAssocID="{A04E9735-0DDE-4E2F-B3AE-D3BE71D183C7}" presName="spaceRect" presStyleCnt="0"/>
      <dgm:spPr/>
    </dgm:pt>
    <dgm:pt modelId="{605CDBFD-A90D-4236-AFF8-4CD39DFC5B7E}" type="pres">
      <dgm:prSet presAssocID="{A04E9735-0DDE-4E2F-B3AE-D3BE71D183C7}" presName="textRect" presStyleLbl="revTx" presStyleIdx="1" presStyleCnt="5">
        <dgm:presLayoutVars>
          <dgm:chMax val="1"/>
          <dgm:chPref val="1"/>
        </dgm:presLayoutVars>
      </dgm:prSet>
      <dgm:spPr/>
    </dgm:pt>
    <dgm:pt modelId="{A5C21DC4-5DF9-4165-A830-300E556856DC}" type="pres">
      <dgm:prSet presAssocID="{8ED23FCA-7FC5-4FA8-8BDD-DB333057693E}" presName="sibTrans" presStyleLbl="sibTrans2D1" presStyleIdx="0" presStyleCnt="0"/>
      <dgm:spPr/>
    </dgm:pt>
    <dgm:pt modelId="{5561C13A-AD26-437C-94E4-DC30B5ECB2EA}" type="pres">
      <dgm:prSet presAssocID="{B9637C56-FE29-4CAE-9534-43FA335B23DC}" presName="compNode" presStyleCnt="0"/>
      <dgm:spPr/>
    </dgm:pt>
    <dgm:pt modelId="{348E782C-52B3-4281-AAA0-B719167271BC}" type="pres">
      <dgm:prSet presAssocID="{B9637C56-FE29-4CAE-9534-43FA335B23DC}" presName="iconBgRect" presStyleLbl="bgShp" presStyleIdx="2" presStyleCnt="5"/>
      <dgm:spPr/>
    </dgm:pt>
    <dgm:pt modelId="{684755A2-B312-4091-BBAA-1A4847B3127E}" type="pres">
      <dgm:prSet presAssocID="{B9637C56-FE29-4CAE-9534-43FA335B23D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7AA37F5-3215-4D23-ACC5-654A561A7D82}" type="pres">
      <dgm:prSet presAssocID="{B9637C56-FE29-4CAE-9534-43FA335B23DC}" presName="spaceRect" presStyleCnt="0"/>
      <dgm:spPr/>
    </dgm:pt>
    <dgm:pt modelId="{E36B9A09-63B1-4365-9A7C-C5C8E4D45C00}" type="pres">
      <dgm:prSet presAssocID="{B9637C56-FE29-4CAE-9534-43FA335B23DC}" presName="textRect" presStyleLbl="revTx" presStyleIdx="2" presStyleCnt="5">
        <dgm:presLayoutVars>
          <dgm:chMax val="1"/>
          <dgm:chPref val="1"/>
        </dgm:presLayoutVars>
      </dgm:prSet>
      <dgm:spPr/>
    </dgm:pt>
    <dgm:pt modelId="{AB0EB20F-65C7-4BF3-99EC-38C86C38D779}" type="pres">
      <dgm:prSet presAssocID="{CF4BD111-69F9-4287-B89C-58C82F4D1FF6}" presName="sibTrans" presStyleLbl="sibTrans2D1" presStyleIdx="0" presStyleCnt="0"/>
      <dgm:spPr/>
    </dgm:pt>
    <dgm:pt modelId="{8B481A93-991F-4131-93D5-BBBE7ED91E00}" type="pres">
      <dgm:prSet presAssocID="{6B26503A-7A66-47E6-993F-728EA63026B9}" presName="compNode" presStyleCnt="0"/>
      <dgm:spPr/>
    </dgm:pt>
    <dgm:pt modelId="{C2DE5307-7434-4FE3-9B81-33E9C5FBA66F}" type="pres">
      <dgm:prSet presAssocID="{6B26503A-7A66-47E6-993F-728EA63026B9}" presName="iconBgRect" presStyleLbl="bgShp" presStyleIdx="3" presStyleCnt="5"/>
      <dgm:spPr/>
    </dgm:pt>
    <dgm:pt modelId="{671551AE-165A-4356-8C48-29F1083B9A97}" type="pres">
      <dgm:prSet presAssocID="{6B26503A-7A66-47E6-993F-728EA63026B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A68ACA8-B733-41C9-8353-6CC6A2149182}" type="pres">
      <dgm:prSet presAssocID="{6B26503A-7A66-47E6-993F-728EA63026B9}" presName="spaceRect" presStyleCnt="0"/>
      <dgm:spPr/>
    </dgm:pt>
    <dgm:pt modelId="{5262499B-FEF3-42AE-B51D-D1395749BBC9}" type="pres">
      <dgm:prSet presAssocID="{6B26503A-7A66-47E6-993F-728EA63026B9}" presName="textRect" presStyleLbl="revTx" presStyleIdx="3" presStyleCnt="5">
        <dgm:presLayoutVars>
          <dgm:chMax val="1"/>
          <dgm:chPref val="1"/>
        </dgm:presLayoutVars>
      </dgm:prSet>
      <dgm:spPr/>
    </dgm:pt>
    <dgm:pt modelId="{BB9A396A-AFBC-45AB-AC8C-C0B0088153FF}" type="pres">
      <dgm:prSet presAssocID="{7AF053CF-2E54-4F3D-BAF8-4238C1CD9AB0}" presName="sibTrans" presStyleLbl="sibTrans2D1" presStyleIdx="0" presStyleCnt="0"/>
      <dgm:spPr/>
    </dgm:pt>
    <dgm:pt modelId="{9C7A38C5-A122-41A0-958A-43F5D29092BE}" type="pres">
      <dgm:prSet presAssocID="{3A9FFAB4-871C-469C-801D-B415DEC9B38B}" presName="compNode" presStyleCnt="0"/>
      <dgm:spPr/>
    </dgm:pt>
    <dgm:pt modelId="{E232EBF7-41E0-4132-AF59-836086A7F757}" type="pres">
      <dgm:prSet presAssocID="{3A9FFAB4-871C-469C-801D-B415DEC9B38B}" presName="iconBgRect" presStyleLbl="bgShp" presStyleIdx="4" presStyleCnt="5"/>
      <dgm:spPr/>
    </dgm:pt>
    <dgm:pt modelId="{CF259864-F634-40F4-B427-1717E2EEBF9E}" type="pres">
      <dgm:prSet presAssocID="{3A9FFAB4-871C-469C-801D-B415DEC9B38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161B10B-C2D4-40D9-ADC8-7EAB3BC87D03}" type="pres">
      <dgm:prSet presAssocID="{3A9FFAB4-871C-469C-801D-B415DEC9B38B}" presName="spaceRect" presStyleCnt="0"/>
      <dgm:spPr/>
    </dgm:pt>
    <dgm:pt modelId="{224340DF-9B0A-40E2-B5CE-6FFA22ABA437}" type="pres">
      <dgm:prSet presAssocID="{3A9FFAB4-871C-469C-801D-B415DEC9B38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521C705-2A6A-4ED4-B734-49CDC8BDE465}" type="presOf" srcId="{CF4BD111-69F9-4287-B89C-58C82F4D1FF6}" destId="{AB0EB20F-65C7-4BF3-99EC-38C86C38D779}" srcOrd="0" destOrd="0" presId="urn:microsoft.com/office/officeart/2018/2/layout/IconCircleList"/>
    <dgm:cxn modelId="{05D41B12-CDD1-4421-9359-4805A28F9159}" type="presOf" srcId="{B9637C56-FE29-4CAE-9534-43FA335B23DC}" destId="{E36B9A09-63B1-4365-9A7C-C5C8E4D45C00}" srcOrd="0" destOrd="0" presId="urn:microsoft.com/office/officeart/2018/2/layout/IconCircleList"/>
    <dgm:cxn modelId="{5328DE35-57B9-4692-8DC0-3D6617D93EAC}" type="presOf" srcId="{3626765A-981F-441C-AC24-3EFF21793B58}" destId="{C034344C-00C1-42E8-BB75-5ECB7E7FABD8}" srcOrd="0" destOrd="0" presId="urn:microsoft.com/office/officeart/2018/2/layout/IconCircleList"/>
    <dgm:cxn modelId="{13F71E37-26BE-4957-8EF5-6155951CA09B}" type="presOf" srcId="{09EF8C75-9BB6-4EBC-AFEA-2D99B4B45BD6}" destId="{A285E696-BBDC-4F84-B8AA-24D0A36A9FA0}" srcOrd="0" destOrd="0" presId="urn:microsoft.com/office/officeart/2018/2/layout/IconCircleList"/>
    <dgm:cxn modelId="{02DBDF5B-D25A-46E8-B18A-973D0C71366C}" type="presOf" srcId="{18C44D4A-BA0D-43FC-9881-32FEC1CF6CB3}" destId="{51AA09BE-2429-4D5A-AF5A-3B2C973B903F}" srcOrd="0" destOrd="0" presId="urn:microsoft.com/office/officeart/2018/2/layout/IconCircleList"/>
    <dgm:cxn modelId="{70942E66-8A93-4F33-BEA9-C48D2A7C3C96}" srcId="{18C44D4A-BA0D-43FC-9881-32FEC1CF6CB3}" destId="{3A9FFAB4-871C-469C-801D-B415DEC9B38B}" srcOrd="4" destOrd="0" parTransId="{77E5604D-0052-4822-99CE-32EAF6170622}" sibTransId="{CDC5D38A-DC75-4143-9682-219F3CFBB117}"/>
    <dgm:cxn modelId="{5FFFB779-5A0B-4D37-BF49-725A769B2DAA}" type="presOf" srcId="{A04E9735-0DDE-4E2F-B3AE-D3BE71D183C7}" destId="{605CDBFD-A90D-4236-AFF8-4CD39DFC5B7E}" srcOrd="0" destOrd="0" presId="urn:microsoft.com/office/officeart/2018/2/layout/IconCircleList"/>
    <dgm:cxn modelId="{0B00307C-7806-4CF4-9289-A52B390B6A79}" srcId="{18C44D4A-BA0D-43FC-9881-32FEC1CF6CB3}" destId="{A04E9735-0DDE-4E2F-B3AE-D3BE71D183C7}" srcOrd="1" destOrd="0" parTransId="{931D0775-C886-4026-BE6A-DE6B1B6AF1D3}" sibTransId="{8ED23FCA-7FC5-4FA8-8BDD-DB333057693E}"/>
    <dgm:cxn modelId="{041FCE82-B9CF-49EC-93AF-1D7C53A5D98D}" srcId="{18C44D4A-BA0D-43FC-9881-32FEC1CF6CB3}" destId="{09EF8C75-9BB6-4EBC-AFEA-2D99B4B45BD6}" srcOrd="0" destOrd="0" parTransId="{DD842338-BCAD-4B6B-8367-81C3C8AD033F}" sibTransId="{3626765A-981F-441C-AC24-3EFF21793B58}"/>
    <dgm:cxn modelId="{7DF41D84-E96B-4554-B508-C5E4D8329EDB}" type="presOf" srcId="{7AF053CF-2E54-4F3D-BAF8-4238C1CD9AB0}" destId="{BB9A396A-AFBC-45AB-AC8C-C0B0088153FF}" srcOrd="0" destOrd="0" presId="urn:microsoft.com/office/officeart/2018/2/layout/IconCircleList"/>
    <dgm:cxn modelId="{448BA386-01FF-4A78-ACB8-4E0FE7B8A840}" srcId="{18C44D4A-BA0D-43FC-9881-32FEC1CF6CB3}" destId="{B9637C56-FE29-4CAE-9534-43FA335B23DC}" srcOrd="2" destOrd="0" parTransId="{4BB47813-4DEA-4483-9067-47338F114388}" sibTransId="{CF4BD111-69F9-4287-B89C-58C82F4D1FF6}"/>
    <dgm:cxn modelId="{AF1B348C-B25B-482D-A02A-E170D3D1F764}" type="presOf" srcId="{8ED23FCA-7FC5-4FA8-8BDD-DB333057693E}" destId="{A5C21DC4-5DF9-4165-A830-300E556856DC}" srcOrd="0" destOrd="0" presId="urn:microsoft.com/office/officeart/2018/2/layout/IconCircleList"/>
    <dgm:cxn modelId="{297E759D-5F63-4BE5-B78B-60B107812A4A}" type="presOf" srcId="{3A9FFAB4-871C-469C-801D-B415DEC9B38B}" destId="{224340DF-9B0A-40E2-B5CE-6FFA22ABA437}" srcOrd="0" destOrd="0" presId="urn:microsoft.com/office/officeart/2018/2/layout/IconCircleList"/>
    <dgm:cxn modelId="{89C900DF-9736-42A6-812E-011A27BBEE4A}" type="presOf" srcId="{6B26503A-7A66-47E6-993F-728EA63026B9}" destId="{5262499B-FEF3-42AE-B51D-D1395749BBC9}" srcOrd="0" destOrd="0" presId="urn:microsoft.com/office/officeart/2018/2/layout/IconCircleList"/>
    <dgm:cxn modelId="{0A12E7F7-4952-4CA8-9E7C-082C6ECCE2BC}" srcId="{18C44D4A-BA0D-43FC-9881-32FEC1CF6CB3}" destId="{6B26503A-7A66-47E6-993F-728EA63026B9}" srcOrd="3" destOrd="0" parTransId="{EBB169DB-C265-49D6-A26E-41071D98CFC8}" sibTransId="{7AF053CF-2E54-4F3D-BAF8-4238C1CD9AB0}"/>
    <dgm:cxn modelId="{C9A9A88D-F644-4528-BA2C-88496197692C}" type="presParOf" srcId="{51AA09BE-2429-4D5A-AF5A-3B2C973B903F}" destId="{5C735213-F914-4438-9997-7FC79F978866}" srcOrd="0" destOrd="0" presId="urn:microsoft.com/office/officeart/2018/2/layout/IconCircleList"/>
    <dgm:cxn modelId="{6A839D75-9F4F-4FA8-B404-FF38C2E1265D}" type="presParOf" srcId="{5C735213-F914-4438-9997-7FC79F978866}" destId="{03AEC6E6-EB2A-4122-8E0E-9C28B232C324}" srcOrd="0" destOrd="0" presId="urn:microsoft.com/office/officeart/2018/2/layout/IconCircleList"/>
    <dgm:cxn modelId="{F285F0ED-5875-46AE-ACD3-602B7271C4C4}" type="presParOf" srcId="{03AEC6E6-EB2A-4122-8E0E-9C28B232C324}" destId="{0001D923-4EEE-425C-B4FB-052EDC49E806}" srcOrd="0" destOrd="0" presId="urn:microsoft.com/office/officeart/2018/2/layout/IconCircleList"/>
    <dgm:cxn modelId="{6909E09F-8FDE-462C-8358-31ABE1812706}" type="presParOf" srcId="{03AEC6E6-EB2A-4122-8E0E-9C28B232C324}" destId="{2798C4E7-7864-40CB-9C69-CDD2BC65B487}" srcOrd="1" destOrd="0" presId="urn:microsoft.com/office/officeart/2018/2/layout/IconCircleList"/>
    <dgm:cxn modelId="{6367982A-8D7F-4CDF-91C6-2EBBE40F71C8}" type="presParOf" srcId="{03AEC6E6-EB2A-4122-8E0E-9C28B232C324}" destId="{A9DE357E-017F-43E5-9576-E683F184A68B}" srcOrd="2" destOrd="0" presId="urn:microsoft.com/office/officeart/2018/2/layout/IconCircleList"/>
    <dgm:cxn modelId="{D2741EAF-410D-4725-9B8B-20F42CD84488}" type="presParOf" srcId="{03AEC6E6-EB2A-4122-8E0E-9C28B232C324}" destId="{A285E696-BBDC-4F84-B8AA-24D0A36A9FA0}" srcOrd="3" destOrd="0" presId="urn:microsoft.com/office/officeart/2018/2/layout/IconCircleList"/>
    <dgm:cxn modelId="{2365D891-5EA4-420E-8EE7-A8031362D0F7}" type="presParOf" srcId="{5C735213-F914-4438-9997-7FC79F978866}" destId="{C034344C-00C1-42E8-BB75-5ECB7E7FABD8}" srcOrd="1" destOrd="0" presId="urn:microsoft.com/office/officeart/2018/2/layout/IconCircleList"/>
    <dgm:cxn modelId="{B456A2E0-ACE3-4E12-8E2B-B04E7B2E82C2}" type="presParOf" srcId="{5C735213-F914-4438-9997-7FC79F978866}" destId="{2E2EC3CB-4BA2-43D8-B9FB-D178AB233D2A}" srcOrd="2" destOrd="0" presId="urn:microsoft.com/office/officeart/2018/2/layout/IconCircleList"/>
    <dgm:cxn modelId="{595C856F-14BB-43EE-939C-4A9F1ACAD914}" type="presParOf" srcId="{2E2EC3CB-4BA2-43D8-B9FB-D178AB233D2A}" destId="{54410EF1-B3CE-4A20-AD92-EC010A9E6BA8}" srcOrd="0" destOrd="0" presId="urn:microsoft.com/office/officeart/2018/2/layout/IconCircleList"/>
    <dgm:cxn modelId="{C29A1F07-3C09-4790-B7E4-383F58F936F4}" type="presParOf" srcId="{2E2EC3CB-4BA2-43D8-B9FB-D178AB233D2A}" destId="{A5028226-B5A0-4681-9FE8-C748F29D6B3E}" srcOrd="1" destOrd="0" presId="urn:microsoft.com/office/officeart/2018/2/layout/IconCircleList"/>
    <dgm:cxn modelId="{8E03E54C-193C-4BED-991E-DF6AF2412B8D}" type="presParOf" srcId="{2E2EC3CB-4BA2-43D8-B9FB-D178AB233D2A}" destId="{28D1F391-C6F7-4827-8472-72B67D5AA39B}" srcOrd="2" destOrd="0" presId="urn:microsoft.com/office/officeart/2018/2/layout/IconCircleList"/>
    <dgm:cxn modelId="{5CA5961C-C71F-4739-AC62-A7D3C9684DEF}" type="presParOf" srcId="{2E2EC3CB-4BA2-43D8-B9FB-D178AB233D2A}" destId="{605CDBFD-A90D-4236-AFF8-4CD39DFC5B7E}" srcOrd="3" destOrd="0" presId="urn:microsoft.com/office/officeart/2018/2/layout/IconCircleList"/>
    <dgm:cxn modelId="{2B67113E-AA52-4156-A244-405BC2DB173D}" type="presParOf" srcId="{5C735213-F914-4438-9997-7FC79F978866}" destId="{A5C21DC4-5DF9-4165-A830-300E556856DC}" srcOrd="3" destOrd="0" presId="urn:microsoft.com/office/officeart/2018/2/layout/IconCircleList"/>
    <dgm:cxn modelId="{7188177D-0E6B-4EFF-B71C-2D450B4029EC}" type="presParOf" srcId="{5C735213-F914-4438-9997-7FC79F978866}" destId="{5561C13A-AD26-437C-94E4-DC30B5ECB2EA}" srcOrd="4" destOrd="0" presId="urn:microsoft.com/office/officeart/2018/2/layout/IconCircleList"/>
    <dgm:cxn modelId="{E9FE8173-E763-43C3-8CC0-1C41FD49F4A1}" type="presParOf" srcId="{5561C13A-AD26-437C-94E4-DC30B5ECB2EA}" destId="{348E782C-52B3-4281-AAA0-B719167271BC}" srcOrd="0" destOrd="0" presId="urn:microsoft.com/office/officeart/2018/2/layout/IconCircleList"/>
    <dgm:cxn modelId="{5B78B336-4DEC-4059-A97F-069D594D59CC}" type="presParOf" srcId="{5561C13A-AD26-437C-94E4-DC30B5ECB2EA}" destId="{684755A2-B312-4091-BBAA-1A4847B3127E}" srcOrd="1" destOrd="0" presId="urn:microsoft.com/office/officeart/2018/2/layout/IconCircleList"/>
    <dgm:cxn modelId="{0244D371-CE73-48F9-B3B0-E9156419B333}" type="presParOf" srcId="{5561C13A-AD26-437C-94E4-DC30B5ECB2EA}" destId="{27AA37F5-3215-4D23-ACC5-654A561A7D82}" srcOrd="2" destOrd="0" presId="urn:microsoft.com/office/officeart/2018/2/layout/IconCircleList"/>
    <dgm:cxn modelId="{F1DE5961-1F71-4755-B968-24FB82B979CB}" type="presParOf" srcId="{5561C13A-AD26-437C-94E4-DC30B5ECB2EA}" destId="{E36B9A09-63B1-4365-9A7C-C5C8E4D45C00}" srcOrd="3" destOrd="0" presId="urn:microsoft.com/office/officeart/2018/2/layout/IconCircleList"/>
    <dgm:cxn modelId="{1B3FB458-702B-40BB-8CE2-685F3550B66C}" type="presParOf" srcId="{5C735213-F914-4438-9997-7FC79F978866}" destId="{AB0EB20F-65C7-4BF3-99EC-38C86C38D779}" srcOrd="5" destOrd="0" presId="urn:microsoft.com/office/officeart/2018/2/layout/IconCircleList"/>
    <dgm:cxn modelId="{00396595-5BA2-42CF-96FD-F9DD4C139EC2}" type="presParOf" srcId="{5C735213-F914-4438-9997-7FC79F978866}" destId="{8B481A93-991F-4131-93D5-BBBE7ED91E00}" srcOrd="6" destOrd="0" presId="urn:microsoft.com/office/officeart/2018/2/layout/IconCircleList"/>
    <dgm:cxn modelId="{22548D56-0E56-4849-B474-902BD7B7E4E3}" type="presParOf" srcId="{8B481A93-991F-4131-93D5-BBBE7ED91E00}" destId="{C2DE5307-7434-4FE3-9B81-33E9C5FBA66F}" srcOrd="0" destOrd="0" presId="urn:microsoft.com/office/officeart/2018/2/layout/IconCircleList"/>
    <dgm:cxn modelId="{333C1230-C3EC-4311-8760-BA78B315876C}" type="presParOf" srcId="{8B481A93-991F-4131-93D5-BBBE7ED91E00}" destId="{671551AE-165A-4356-8C48-29F1083B9A97}" srcOrd="1" destOrd="0" presId="urn:microsoft.com/office/officeart/2018/2/layout/IconCircleList"/>
    <dgm:cxn modelId="{3F184F52-3D0F-403E-A064-A1BC8FC45A6D}" type="presParOf" srcId="{8B481A93-991F-4131-93D5-BBBE7ED91E00}" destId="{5A68ACA8-B733-41C9-8353-6CC6A2149182}" srcOrd="2" destOrd="0" presId="urn:microsoft.com/office/officeart/2018/2/layout/IconCircleList"/>
    <dgm:cxn modelId="{6101A192-96F6-41EC-82BD-A33CD972CD9E}" type="presParOf" srcId="{8B481A93-991F-4131-93D5-BBBE7ED91E00}" destId="{5262499B-FEF3-42AE-B51D-D1395749BBC9}" srcOrd="3" destOrd="0" presId="urn:microsoft.com/office/officeart/2018/2/layout/IconCircleList"/>
    <dgm:cxn modelId="{5BD7CD7D-4FE3-49EA-BF99-D82A49D27420}" type="presParOf" srcId="{5C735213-F914-4438-9997-7FC79F978866}" destId="{BB9A396A-AFBC-45AB-AC8C-C0B0088153FF}" srcOrd="7" destOrd="0" presId="urn:microsoft.com/office/officeart/2018/2/layout/IconCircleList"/>
    <dgm:cxn modelId="{66732A87-8965-4F76-BEEE-7F3D7CCC9D0F}" type="presParOf" srcId="{5C735213-F914-4438-9997-7FC79F978866}" destId="{9C7A38C5-A122-41A0-958A-43F5D29092BE}" srcOrd="8" destOrd="0" presId="urn:microsoft.com/office/officeart/2018/2/layout/IconCircleList"/>
    <dgm:cxn modelId="{E2A2DC00-6C88-4DAE-953C-9B41B161601E}" type="presParOf" srcId="{9C7A38C5-A122-41A0-958A-43F5D29092BE}" destId="{E232EBF7-41E0-4132-AF59-836086A7F757}" srcOrd="0" destOrd="0" presId="urn:microsoft.com/office/officeart/2018/2/layout/IconCircleList"/>
    <dgm:cxn modelId="{690C6E30-5E16-43E7-9BF2-E31DF9C2BAC1}" type="presParOf" srcId="{9C7A38C5-A122-41A0-958A-43F5D29092BE}" destId="{CF259864-F634-40F4-B427-1717E2EEBF9E}" srcOrd="1" destOrd="0" presId="urn:microsoft.com/office/officeart/2018/2/layout/IconCircleList"/>
    <dgm:cxn modelId="{6C32813A-3C07-45DB-B01F-2251B09332A3}" type="presParOf" srcId="{9C7A38C5-A122-41A0-958A-43F5D29092BE}" destId="{0161B10B-C2D4-40D9-ADC8-7EAB3BC87D03}" srcOrd="2" destOrd="0" presId="urn:microsoft.com/office/officeart/2018/2/layout/IconCircleList"/>
    <dgm:cxn modelId="{7E5191A0-7FBE-447C-B8EF-D67B77243D80}" type="presParOf" srcId="{9C7A38C5-A122-41A0-958A-43F5D29092BE}" destId="{224340DF-9B0A-40E2-B5CE-6FFA22ABA43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2EE67-77E2-4720-9231-7F73BE727A57}">
      <dsp:nvSpPr>
        <dsp:cNvPr id="0" name=""/>
        <dsp:cNvSpPr/>
      </dsp:nvSpPr>
      <dsp:spPr>
        <a:xfrm>
          <a:off x="821463" y="50279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2A4B4-5961-4D55-9E65-8168ACEAFB85}">
      <dsp:nvSpPr>
        <dsp:cNvPr id="0" name=""/>
        <dsp:cNvSpPr/>
      </dsp:nvSpPr>
      <dsp:spPr>
        <a:xfrm>
          <a:off x="326463" y="15828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Auto‑run tests on every push</a:t>
          </a:r>
          <a:endParaRPr lang="en-US" sz="1900" b="1" kern="1200" dirty="0"/>
        </a:p>
      </dsp:txBody>
      <dsp:txXfrm>
        <a:off x="326463" y="1582892"/>
        <a:ext cx="1800000" cy="720000"/>
      </dsp:txXfrm>
    </dsp:sp>
    <dsp:sp modelId="{4FE03A15-4BBE-4AB2-BEF2-35B462862CCD}">
      <dsp:nvSpPr>
        <dsp:cNvPr id="0" name=""/>
        <dsp:cNvSpPr/>
      </dsp:nvSpPr>
      <dsp:spPr>
        <a:xfrm>
          <a:off x="2936463" y="50279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16F3E-FE63-4F1B-AA7B-002BCBE0B2EE}">
      <dsp:nvSpPr>
        <dsp:cNvPr id="0" name=""/>
        <dsp:cNvSpPr/>
      </dsp:nvSpPr>
      <dsp:spPr>
        <a:xfrm>
          <a:off x="2441463" y="15828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Build &amp; package applications</a:t>
          </a:r>
          <a:endParaRPr lang="en-US" sz="1900" b="1" kern="1200"/>
        </a:p>
      </dsp:txBody>
      <dsp:txXfrm>
        <a:off x="2441463" y="1582892"/>
        <a:ext cx="1800000" cy="720000"/>
      </dsp:txXfrm>
    </dsp:sp>
    <dsp:sp modelId="{B7FD0D1D-30F3-48E2-B552-75AF583E169B}">
      <dsp:nvSpPr>
        <dsp:cNvPr id="0" name=""/>
        <dsp:cNvSpPr/>
      </dsp:nvSpPr>
      <dsp:spPr>
        <a:xfrm>
          <a:off x="5051463" y="50279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28477-832B-4C6E-9927-BA11D3519E05}">
      <dsp:nvSpPr>
        <dsp:cNvPr id="0" name=""/>
        <dsp:cNvSpPr/>
      </dsp:nvSpPr>
      <dsp:spPr>
        <a:xfrm>
          <a:off x="4556463" y="15828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Deploy to cloud environments</a:t>
          </a:r>
          <a:endParaRPr lang="en-US" sz="1900" b="1" kern="1200"/>
        </a:p>
      </dsp:txBody>
      <dsp:txXfrm>
        <a:off x="4556463" y="1582892"/>
        <a:ext cx="1800000" cy="720000"/>
      </dsp:txXfrm>
    </dsp:sp>
    <dsp:sp modelId="{57B4748B-4AF6-49EF-8771-5AECEB52C610}">
      <dsp:nvSpPr>
        <dsp:cNvPr id="0" name=""/>
        <dsp:cNvSpPr/>
      </dsp:nvSpPr>
      <dsp:spPr>
        <a:xfrm>
          <a:off x="7166463" y="50279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E75C0-765E-4AF7-8150-0B44CC4B44B7}">
      <dsp:nvSpPr>
        <dsp:cNvPr id="0" name=""/>
        <dsp:cNvSpPr/>
      </dsp:nvSpPr>
      <dsp:spPr>
        <a:xfrm>
          <a:off x="6671463" y="15828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Automate repetitive tasks</a:t>
          </a:r>
          <a:endParaRPr lang="en-US" sz="1900" b="1" kern="1200"/>
        </a:p>
      </dsp:txBody>
      <dsp:txXfrm>
        <a:off x="6671463" y="1582892"/>
        <a:ext cx="1800000" cy="720000"/>
      </dsp:txXfrm>
    </dsp:sp>
    <dsp:sp modelId="{1EC9245E-510D-40DC-A845-CFB0593F136B}">
      <dsp:nvSpPr>
        <dsp:cNvPr id="0" name=""/>
        <dsp:cNvSpPr/>
      </dsp:nvSpPr>
      <dsp:spPr>
        <a:xfrm>
          <a:off x="9281463" y="50279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E61E6-DD9F-4BE5-AA99-8CC946A91657}">
      <dsp:nvSpPr>
        <dsp:cNvPr id="0" name=""/>
        <dsp:cNvSpPr/>
      </dsp:nvSpPr>
      <dsp:spPr>
        <a:xfrm>
          <a:off x="8786463" y="15828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Provide instant PR feedback</a:t>
          </a:r>
          <a:endParaRPr lang="en-US" sz="1900" b="1" kern="1200"/>
        </a:p>
      </dsp:txBody>
      <dsp:txXfrm>
        <a:off x="8786463" y="158289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1D923-4EEE-425C-B4FB-052EDC49E806}">
      <dsp:nvSpPr>
        <dsp:cNvPr id="0" name=""/>
        <dsp:cNvSpPr/>
      </dsp:nvSpPr>
      <dsp:spPr>
        <a:xfrm>
          <a:off x="504309" y="66814"/>
          <a:ext cx="824134" cy="824134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98C4E7-7864-40CB-9C69-CDD2BC65B487}">
      <dsp:nvSpPr>
        <dsp:cNvPr id="0" name=""/>
        <dsp:cNvSpPr/>
      </dsp:nvSpPr>
      <dsp:spPr>
        <a:xfrm>
          <a:off x="677378" y="239882"/>
          <a:ext cx="477998" cy="477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85E696-BBDC-4F84-B8AA-24D0A36A9FA0}">
      <dsp:nvSpPr>
        <dsp:cNvPr id="0" name=""/>
        <dsp:cNvSpPr/>
      </dsp:nvSpPr>
      <dsp:spPr>
        <a:xfrm>
          <a:off x="1505044" y="66814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Open‑source projects</a:t>
          </a:r>
          <a:endParaRPr lang="en-US" sz="1800" kern="1200"/>
        </a:p>
      </dsp:txBody>
      <dsp:txXfrm>
        <a:off x="1505044" y="66814"/>
        <a:ext cx="1942602" cy="824134"/>
      </dsp:txXfrm>
    </dsp:sp>
    <dsp:sp modelId="{54410EF1-B3CE-4A20-AD92-EC010A9E6BA8}">
      <dsp:nvSpPr>
        <dsp:cNvPr id="0" name=""/>
        <dsp:cNvSpPr/>
      </dsp:nvSpPr>
      <dsp:spPr>
        <a:xfrm>
          <a:off x="3786131" y="66814"/>
          <a:ext cx="824134" cy="824134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5028226-B5A0-4681-9FE8-C748F29D6B3E}">
      <dsp:nvSpPr>
        <dsp:cNvPr id="0" name=""/>
        <dsp:cNvSpPr/>
      </dsp:nvSpPr>
      <dsp:spPr>
        <a:xfrm>
          <a:off x="3959199" y="239882"/>
          <a:ext cx="477998" cy="477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05CDBFD-A90D-4236-AFF8-4CD39DFC5B7E}">
      <dsp:nvSpPr>
        <dsp:cNvPr id="0" name=""/>
        <dsp:cNvSpPr/>
      </dsp:nvSpPr>
      <dsp:spPr>
        <a:xfrm>
          <a:off x="4786866" y="66814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Enterprise GitHub users</a:t>
          </a:r>
          <a:endParaRPr lang="en-US" sz="1800" kern="1200"/>
        </a:p>
      </dsp:txBody>
      <dsp:txXfrm>
        <a:off x="4786866" y="66814"/>
        <a:ext cx="1942602" cy="824134"/>
      </dsp:txXfrm>
    </dsp:sp>
    <dsp:sp modelId="{348E782C-52B3-4281-AAA0-B719167271BC}">
      <dsp:nvSpPr>
        <dsp:cNvPr id="0" name=""/>
        <dsp:cNvSpPr/>
      </dsp:nvSpPr>
      <dsp:spPr>
        <a:xfrm>
          <a:off x="7067952" y="66814"/>
          <a:ext cx="824134" cy="824134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4755A2-B312-4091-BBAA-1A4847B3127E}">
      <dsp:nvSpPr>
        <dsp:cNvPr id="0" name=""/>
        <dsp:cNvSpPr/>
      </dsp:nvSpPr>
      <dsp:spPr>
        <a:xfrm>
          <a:off x="7241020" y="239882"/>
          <a:ext cx="477998" cy="4779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6B9A09-63B1-4365-9A7C-C5C8E4D45C00}">
      <dsp:nvSpPr>
        <dsp:cNvPr id="0" name=""/>
        <dsp:cNvSpPr/>
      </dsp:nvSpPr>
      <dsp:spPr>
        <a:xfrm>
          <a:off x="8068687" y="66814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Cloud‑native teams</a:t>
          </a:r>
          <a:endParaRPr lang="en-US" sz="1800" kern="1200"/>
        </a:p>
      </dsp:txBody>
      <dsp:txXfrm>
        <a:off x="8068687" y="66814"/>
        <a:ext cx="1942602" cy="824134"/>
      </dsp:txXfrm>
    </dsp:sp>
    <dsp:sp modelId="{C2DE5307-7434-4FE3-9B81-33E9C5FBA66F}">
      <dsp:nvSpPr>
        <dsp:cNvPr id="0" name=""/>
        <dsp:cNvSpPr/>
      </dsp:nvSpPr>
      <dsp:spPr>
        <a:xfrm>
          <a:off x="504309" y="1255916"/>
          <a:ext cx="824134" cy="824134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71551AE-165A-4356-8C48-29F1083B9A97}">
      <dsp:nvSpPr>
        <dsp:cNvPr id="0" name=""/>
        <dsp:cNvSpPr/>
      </dsp:nvSpPr>
      <dsp:spPr>
        <a:xfrm>
          <a:off x="677378" y="1428984"/>
          <a:ext cx="477998" cy="4779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262499B-FEF3-42AE-B51D-D1395749BBC9}">
      <dsp:nvSpPr>
        <dsp:cNvPr id="0" name=""/>
        <dsp:cNvSpPr/>
      </dsp:nvSpPr>
      <dsp:spPr>
        <a:xfrm>
          <a:off x="1505044" y="1255916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Microservices &amp; containers</a:t>
          </a:r>
          <a:endParaRPr lang="en-US" sz="1800" kern="1200" dirty="0"/>
        </a:p>
      </dsp:txBody>
      <dsp:txXfrm>
        <a:off x="1505044" y="1255916"/>
        <a:ext cx="1942602" cy="824134"/>
      </dsp:txXfrm>
    </dsp:sp>
    <dsp:sp modelId="{E232EBF7-41E0-4132-AF59-836086A7F757}">
      <dsp:nvSpPr>
        <dsp:cNvPr id="0" name=""/>
        <dsp:cNvSpPr/>
      </dsp:nvSpPr>
      <dsp:spPr>
        <a:xfrm>
          <a:off x="3786131" y="1255916"/>
          <a:ext cx="824134" cy="824134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F259864-F634-40F4-B427-1717E2EEBF9E}">
      <dsp:nvSpPr>
        <dsp:cNvPr id="0" name=""/>
        <dsp:cNvSpPr/>
      </dsp:nvSpPr>
      <dsp:spPr>
        <a:xfrm>
          <a:off x="3959199" y="1428984"/>
          <a:ext cx="477998" cy="4779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24340DF-9B0A-40E2-B5CE-6FFA22ABA437}">
      <dsp:nvSpPr>
        <dsp:cNvPr id="0" name=""/>
        <dsp:cNvSpPr/>
      </dsp:nvSpPr>
      <dsp:spPr>
        <a:xfrm>
          <a:off x="4786866" y="1255916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Education and training environments</a:t>
          </a:r>
          <a:endParaRPr lang="en-US" sz="1800" kern="1200"/>
        </a:p>
      </dsp:txBody>
      <dsp:txXfrm>
        <a:off x="4786866" y="1255916"/>
        <a:ext cx="1942602" cy="824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3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873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2.emf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emf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2.png"/><Relationship Id="rId4" Type="http://schemas.openxmlformats.org/officeDocument/2006/relationships/image" Target="../media/image3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r="29534" b="1793"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5" r="27171"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61" t="-118" r="18817" b="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8" r="17522"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5" r="22465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profi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2EF370-5E0E-5EE6-CAEF-1D97E6E4D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1004292"/>
            <a:ext cx="8644107" cy="128762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555" y="1218612"/>
            <a:ext cx="7011445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9556" y="2479805"/>
            <a:ext cx="7011444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9582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78280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582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8280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582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8280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76AA2-CDAB-8EA9-D7DB-D9BAC5594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4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_profile_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078DAC-ADB2-B52F-184B-4AF146A1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99485"/>
            <a:ext cx="6648345" cy="129723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180" y="1218612"/>
            <a:ext cx="5693819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181" y="2479805"/>
            <a:ext cx="5693817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2207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0905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207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0905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2207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905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62ED008-750F-5C6C-9BEB-B739BD330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06848" y="0"/>
            <a:ext cx="4885151" cy="685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13DD3-9176-9111-23F5-7D0438703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0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ouse_keep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9EBF8-C9A6-D8B4-0B6B-44BFEAE13628}"/>
              </a:ext>
            </a:extLst>
          </p:cNvPr>
          <p:cNvSpPr txBox="1"/>
          <p:nvPr userDrawn="1"/>
        </p:nvSpPr>
        <p:spPr>
          <a:xfrm>
            <a:off x="443921" y="652687"/>
            <a:ext cx="5322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+mn-lt"/>
              </a:rPr>
              <a:t>Housekeeping</a:t>
            </a:r>
            <a:endParaRPr lang="en-US" sz="3000" b="1" dirty="0">
              <a:latin typeface="+mn-lt"/>
            </a:endParaRP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6B135B3-80DE-7AA5-E21E-27110AC1BB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85" y="2000358"/>
            <a:ext cx="9237430" cy="3700679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D3BDE-76AC-FEDA-C86F-41C70A931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earning_objectiv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C72453-C378-A9F5-E1DB-2E1493085A31}"/>
              </a:ext>
            </a:extLst>
          </p:cNvPr>
          <p:cNvSpPr txBox="1"/>
          <p:nvPr userDrawn="1"/>
        </p:nvSpPr>
        <p:spPr>
          <a:xfrm>
            <a:off x="443921" y="652687"/>
            <a:ext cx="5322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+mn-lt"/>
              </a:rPr>
              <a:t>Learning objectives</a:t>
            </a:r>
            <a:endParaRPr lang="en-US" sz="3000" b="1" dirty="0">
              <a:latin typeface="+mn-lt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D954F0F-85CA-F1D6-450D-3519C10B1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0ACBB-6FA2-D536-2638-9C1B6DA73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8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76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04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063334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096899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063334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096899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063334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096899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33834" r="32165" b="33834"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6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3E3A18-3A37-116C-BF27-26E10EC6B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34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5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10A2E5-A3AA-7BE3-7C87-983A58C15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GitHub Actions: </a:t>
            </a:r>
            <a:br>
              <a:rPr lang="en-GB" b="1" dirty="0"/>
            </a:br>
            <a:r>
              <a:rPr lang="en-GB" b="1" dirty="0"/>
              <a:t>Modern CI/CD for DevOps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7ABE78E-FE8C-C332-E7F9-537F2630D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93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653FDC-F2C2-EB6C-4E2A-8E19FE0FC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E5B98B1-78D4-D50D-AD80-EDD7EC9552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8499" y="2258699"/>
            <a:ext cx="832125" cy="8382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16545-77EB-9059-AA66-85C7B988CA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096899"/>
            <a:ext cx="5196115" cy="1943100"/>
          </a:xfrm>
        </p:spPr>
        <p:txBody>
          <a:bodyPr/>
          <a:lstStyle/>
          <a:p>
            <a:pPr marL="0" lvl="1" indent="0">
              <a:buSzPct val="115000"/>
              <a:buNone/>
            </a:pPr>
            <a:r>
              <a:rPr lang="en-GB" sz="2400" b="1" dirty="0"/>
              <a:t>Objectives</a:t>
            </a:r>
          </a:p>
          <a:p>
            <a:pPr marL="342900" lvl="1" indent="-342900">
              <a:lnSpc>
                <a:spcPct val="200000"/>
              </a:lnSpc>
              <a:buSzPct val="115000"/>
            </a:pPr>
            <a:r>
              <a:rPr lang="en-GB" sz="2000" b="1" dirty="0"/>
              <a:t>Learn what is Github Actions</a:t>
            </a:r>
          </a:p>
          <a:p>
            <a:pPr marL="342900" lvl="1" indent="-342900">
              <a:lnSpc>
                <a:spcPct val="200000"/>
              </a:lnSpc>
              <a:buSzPct val="115000"/>
            </a:pPr>
            <a:r>
              <a:rPr lang="en-GB" sz="2000" b="1" dirty="0"/>
              <a:t>Its pros and cons</a:t>
            </a:r>
          </a:p>
          <a:p>
            <a:pPr marL="342900" lvl="1" indent="-342900">
              <a:buSzPct val="115000"/>
            </a:pPr>
            <a:endParaRPr lang="en-GB" dirty="0"/>
          </a:p>
          <a:p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407CD12-8030-B154-3184-88030D05C9A5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4"/>
          <a:stretch>
            <a:fillRect/>
          </a:stretch>
        </p:blipFill>
        <p:spPr>
          <a:xfrm>
            <a:off x="8178799" y="2258699"/>
            <a:ext cx="832125" cy="8382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17F7DB-2F12-74C2-C6BE-9BDEE0E95E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2400" b="1" dirty="0"/>
              <a:t>Hands-on labs</a:t>
            </a:r>
          </a:p>
          <a:p>
            <a:pPr>
              <a:lnSpc>
                <a:spcPct val="200000"/>
              </a:lnSpc>
            </a:pPr>
            <a:r>
              <a:rPr lang="en-GB" sz="2000" b="1" dirty="0"/>
              <a:t>Workshop style</a:t>
            </a:r>
            <a:br>
              <a:rPr lang="en-GB" sz="2000" b="1" dirty="0"/>
            </a:br>
            <a:r>
              <a:rPr lang="en-GB" sz="2000" b="1" dirty="0"/>
              <a:t>Step-by-step</a:t>
            </a:r>
          </a:p>
        </p:txBody>
      </p:sp>
    </p:spTree>
    <p:extLst>
      <p:ext uri="{BB962C8B-B14F-4D97-AF65-F5344CB8AC3E}">
        <p14:creationId xmlns:p14="http://schemas.microsoft.com/office/powerpoint/2010/main" val="250149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C53F-8566-DB2A-A428-D58AFEAD91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Is GitHub Actions?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97B61-AE14-5F44-6D43-DDA7465DBFB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Built‑in automation platform inside GitHub</a:t>
            </a:r>
          </a:p>
          <a:p>
            <a:pPr lvl="0"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Executes workflows triggered by repository events</a:t>
            </a:r>
          </a:p>
          <a:p>
            <a:pPr lvl="0"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</a:rPr>
              <a:t>Supports CI/CD, DevOps tasks, and automation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2EB43-F7E2-8505-A894-6CA4FE3A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888B46D-AA97-7653-9385-94E0DB1A8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740388"/>
              </p:ext>
            </p:extLst>
          </p:nvPr>
        </p:nvGraphicFramePr>
        <p:xfrm>
          <a:off x="443922" y="3429000"/>
          <a:ext cx="10912926" cy="2805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265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9FFC-E262-A166-688E-809ECD53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04CA-1DB3-3B86-1924-5D360315E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Typical Developer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8A74D-6D5E-9F07-6EE4-45CB74A9D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1" y="1733109"/>
            <a:ext cx="2053093" cy="1906906"/>
          </a:xfr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2400" b="1" dirty="0">
                <a:solidFill>
                  <a:schemeClr val="tx1"/>
                </a:solidFill>
              </a:rPr>
              <a:t>CI</a:t>
            </a:r>
            <a:endParaRPr lang="en-GB" b="1" dirty="0">
              <a:solidFill>
                <a:schemeClr val="tx1"/>
              </a:solidFill>
            </a:endParaRPr>
          </a:p>
          <a:p>
            <a:pPr lvl="0"/>
            <a:r>
              <a:rPr lang="en-GB" dirty="0">
                <a:solidFill>
                  <a:schemeClr val="tx1"/>
                </a:solidFill>
              </a:rPr>
              <a:t>Build</a:t>
            </a:r>
          </a:p>
          <a:p>
            <a:pPr lvl="0"/>
            <a:r>
              <a:rPr lang="en-GB" dirty="0">
                <a:solidFill>
                  <a:schemeClr val="tx1"/>
                </a:solidFill>
              </a:rPr>
              <a:t>Test</a:t>
            </a:r>
          </a:p>
          <a:p>
            <a:pPr lvl="0"/>
            <a:r>
              <a:rPr lang="en-GB" dirty="0">
                <a:solidFill>
                  <a:schemeClr val="tx1"/>
                </a:solidFill>
              </a:rPr>
              <a:t>Lint</a:t>
            </a:r>
          </a:p>
          <a:p>
            <a:pPr lvl="0"/>
            <a:r>
              <a:rPr lang="en-GB" dirty="0">
                <a:solidFill>
                  <a:schemeClr val="tx1"/>
                </a:solidFill>
              </a:rPr>
              <a:t>Static analysis</a:t>
            </a:r>
          </a:p>
          <a:p>
            <a:pPr lv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A2F95-138B-ABE6-025E-D46F7E68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6ACBFA-F3BA-C42E-92F8-6CBAE86E9B5B}"/>
              </a:ext>
            </a:extLst>
          </p:cNvPr>
          <p:cNvSpPr txBox="1">
            <a:spLocks/>
          </p:cNvSpPr>
          <p:nvPr/>
        </p:nvSpPr>
        <p:spPr>
          <a:xfrm>
            <a:off x="2842106" y="1750693"/>
            <a:ext cx="2609129" cy="19195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solidFill>
                  <a:schemeClr val="tx1"/>
                </a:solidFill>
              </a:rPr>
              <a:t>CD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Deploy to Azure/AWS/GCP</a:t>
            </a:r>
          </a:p>
          <a:p>
            <a:r>
              <a:rPr lang="en-GB" dirty="0">
                <a:solidFill>
                  <a:schemeClr val="tx1"/>
                </a:solidFill>
              </a:rPr>
              <a:t>Deploy containers</a:t>
            </a:r>
          </a:p>
          <a:p>
            <a:r>
              <a:rPr lang="en-GB" dirty="0">
                <a:solidFill>
                  <a:schemeClr val="tx1"/>
                </a:solidFill>
              </a:rPr>
              <a:t>Publish packages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D2C48FD-16B8-C364-833F-D456FEA722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140270"/>
              </p:ext>
            </p:extLst>
          </p:nvPr>
        </p:nvGraphicFramePr>
        <p:xfrm>
          <a:off x="841248" y="4087818"/>
          <a:ext cx="10515600" cy="2146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784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87AB-0C80-9979-844D-577D4991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1A3E-C8C8-2815-B9B2-207424E3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GitHub Actions vs Jenkins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FE2C02-AF83-1463-F200-311246C2D19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277442225"/>
              </p:ext>
            </p:extLst>
          </p:nvPr>
        </p:nvGraphicFramePr>
        <p:xfrm>
          <a:off x="443922" y="2122170"/>
          <a:ext cx="10515600" cy="3445002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406486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43602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5545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>
                          <a:effectLst/>
                        </a:rPr>
                        <a:t>Feature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effectLst/>
                        </a:rPr>
                        <a:t>GitHub Actions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effectLst/>
                        </a:rPr>
                        <a:t>Jenkins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484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Setup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Zero setup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Requires servers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350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Integration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Native GitHub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Plugins required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71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Scalability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Auto‑scales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Manual agents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463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Maintenance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None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High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308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Learning Curve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Easy (YAML)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effectLst/>
                        </a:rPr>
                        <a:t>Steeper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8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Best For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GitHub teams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On‑prem enterprise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12270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C2B87-C1AC-1419-2E23-41599B5D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25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B27B-BD31-48FA-F20C-CE8EF4DD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CBC7-C7EE-CC54-6A86-5719190FF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 anchor="ctr">
            <a:norm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26AB4-EFEC-E5A8-9519-A29E64FBA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275806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GB" sz="2000" b="1" dirty="0"/>
              <a:t>GitHub Actions is modern, scalable, and developer‑friendly</a:t>
            </a:r>
          </a:p>
          <a:p>
            <a:pPr lvl="0">
              <a:lnSpc>
                <a:spcPct val="150000"/>
              </a:lnSpc>
            </a:pPr>
            <a:r>
              <a:rPr lang="en-GB" sz="2000" b="1" dirty="0"/>
              <a:t>Ideal for cloud‑native DevOps</a:t>
            </a:r>
          </a:p>
          <a:p>
            <a:pPr lvl="0">
              <a:lnSpc>
                <a:spcPct val="150000"/>
              </a:lnSpc>
            </a:pPr>
            <a:r>
              <a:rPr lang="en-GB" sz="2000" b="1" dirty="0"/>
              <a:t>Perfect fit for GitHub‑centric teams</a:t>
            </a:r>
          </a:p>
          <a:p>
            <a:pPr lvl="0">
              <a:lnSpc>
                <a:spcPct val="150000"/>
              </a:lnSpc>
            </a:pPr>
            <a:r>
              <a:rPr lang="en-GB" sz="2000" b="1" dirty="0"/>
              <a:t>Great for teaching CI/CD concepts</a:t>
            </a:r>
          </a:p>
          <a:p>
            <a:pPr lvl="0">
              <a:lnSpc>
                <a:spcPct val="150000"/>
              </a:lnSpc>
            </a:pPr>
            <a:endParaRPr lang="en-GB" sz="2000" b="1" dirty="0"/>
          </a:p>
          <a:p>
            <a:pPr>
              <a:lnSpc>
                <a:spcPct val="150000"/>
              </a:lnSpc>
            </a:pPr>
            <a:r>
              <a:rPr lang="en-GB" sz="2000" b="1" dirty="0"/>
              <a:t>Lab: 	Practise setting up Github Actions</a:t>
            </a:r>
            <a:br>
              <a:rPr lang="en-GB" sz="2000" b="1" dirty="0"/>
            </a:br>
            <a:endParaRPr lang="en-GB" sz="2000" dirty="0"/>
          </a:p>
          <a:p>
            <a:pPr lvl="0">
              <a:lnSpc>
                <a:spcPct val="150000"/>
              </a:lnSpc>
            </a:pPr>
            <a:endParaRPr lang="en-GB" sz="2000" b="1" dirty="0"/>
          </a:p>
          <a:p>
            <a:endParaRPr lang="en-GB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C413D19-1407-F613-9B32-7502A10061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F3469444-D02B-D446-9CF8-19DEDDE073D1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26663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Intro Orang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4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F2F3132CABD445856BE0F647982EB2" ma:contentTypeVersion="18" ma:contentTypeDescription="Create a new document." ma:contentTypeScope="" ma:versionID="758b67149e093cefa772ba6d6764bf3b">
  <xsd:schema xmlns:xsd="http://www.w3.org/2001/XMLSchema" xmlns:xs="http://www.w3.org/2001/XMLSchema" xmlns:p="http://schemas.microsoft.com/office/2006/metadata/properties" xmlns:ns2="35c74202-6262-43ee-80e5-eb97de261190" xmlns:ns3="ae7a5ef5-f60e-4918-a47e-25aad02606cf" targetNamespace="http://schemas.microsoft.com/office/2006/metadata/properties" ma:root="true" ma:fieldsID="643c63e2d433614102d520467f71bbd6" ns2:_="" ns3:_="">
    <xsd:import namespace="35c74202-6262-43ee-80e5-eb97de261190"/>
    <xsd:import namespace="ae7a5ef5-f60e-4918-a47e-25aad02606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c74202-6262-43ee-80e5-eb97de2611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a5ef5-f60e-4918-a47e-25aad02606c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f0f66dd-f8d3-45b8-b695-4c91ef7551e9}" ma:internalName="TaxCatchAll" ma:showField="CatchAllData" ma:web="ae7a5ef5-f60e-4918-a47e-25aad02606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7a5ef5-f60e-4918-a47e-25aad02606cf" xsi:nil="true"/>
    <lcf76f155ced4ddcb4097134ff3c332f xmlns="35c74202-6262-43ee-80e5-eb97de26119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E3BE4F-40D7-4F21-8D3B-87ABF1CDE5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c74202-6262-43ee-80e5-eb97de261190"/>
    <ds:schemaRef ds:uri="ae7a5ef5-f60e-4918-a47e-25aad02606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purl.org/dc/terms/"/>
    <ds:schemaRef ds:uri="http://schemas.openxmlformats.org/package/2006/metadata/core-properties"/>
    <ds:schemaRef ds:uri="ae7a5ef5-f60e-4918-a47e-25aad02606cf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35c74202-6262-43ee-80e5-eb97de26119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0</TotalTime>
  <Words>206</Words>
  <Application>Microsoft Office PowerPoint</Application>
  <PresentationFormat>Widescreen</PresentationFormat>
  <Paragraphs>66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Figtree</vt:lpstr>
      <vt:lpstr>Aptos</vt:lpstr>
      <vt:lpstr>Calibri</vt:lpstr>
      <vt:lpstr>Arial</vt:lpstr>
      <vt:lpstr>Figtree Light</vt:lpstr>
      <vt:lpstr>Cover Slides - Business/Marketing</vt:lpstr>
      <vt:lpstr>Intro Orange</vt:lpstr>
      <vt:lpstr>Divider Slides</vt:lpstr>
      <vt:lpstr>Orange Module</vt:lpstr>
      <vt:lpstr>GitHub Actions:  Modern CI/CD for DevOps</vt:lpstr>
      <vt:lpstr>Contents</vt:lpstr>
      <vt:lpstr>What Is GitHub Actions?</vt:lpstr>
      <vt:lpstr>Typical Developer Use Cases</vt:lpstr>
      <vt:lpstr>GitHub Actions vs Jenkins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mike baradaran</cp:lastModifiedBy>
  <cp:revision>55</cp:revision>
  <dcterms:created xsi:type="dcterms:W3CDTF">2024-06-24T11:44:08Z</dcterms:created>
  <dcterms:modified xsi:type="dcterms:W3CDTF">2026-03-05T08:59:05Z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0x010100A7F2F3132CABD445856BE0F647982EB2</vt:lpwstr>
  </property>
  <property fmtid="{D5CDD505-2E9C-101B-9397-08002B2CF9AE}" pid="3" name="MediaServiceImageTags">
    <vt:lpwstr/>
  </property>
</Properties>
</file>